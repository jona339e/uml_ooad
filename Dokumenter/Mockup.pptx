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3" r:id="rId7"/>
    <p:sldId id="264" r:id="rId8"/>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snapToGrid="0">
      <p:cViewPr varScale="1">
        <p:scale>
          <a:sx n="82" d="100"/>
          <a:sy n="82" d="100"/>
        </p:scale>
        <p:origin x="126" y="7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slid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a-DK" smtClean="0"/>
              <a:t>Klik for at redigere i master</a:t>
            </a:r>
            <a:endParaRPr lang="da-DK"/>
          </a:p>
        </p:txBody>
      </p:sp>
      <p:sp>
        <p:nvSpPr>
          <p:cNvPr id="3" name="Und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smtClean="0"/>
              <a:t>Klik for at redigere undertiteltypografien i masteren</a:t>
            </a:r>
            <a:endParaRPr lang="da-DK"/>
          </a:p>
        </p:txBody>
      </p:sp>
      <p:sp>
        <p:nvSpPr>
          <p:cNvPr id="4" name="Pladsholder til dato 3"/>
          <p:cNvSpPr>
            <a:spLocks noGrp="1"/>
          </p:cNvSpPr>
          <p:nvPr>
            <p:ph type="dt" sz="half" idx="10"/>
          </p:nvPr>
        </p:nvSpPr>
        <p:spPr/>
        <p:txBody>
          <a:bodyPr/>
          <a:lstStyle/>
          <a:p>
            <a:fld id="{DCF40BB0-3AFE-4701-BAF4-3DCE6A6593D6}" type="datetimeFigureOut">
              <a:rPr lang="da-DK" smtClean="0"/>
              <a:t>07-03-2022</a:t>
            </a:fld>
            <a:endParaRPr lang="da-DK"/>
          </a:p>
        </p:txBody>
      </p:sp>
      <p:sp>
        <p:nvSpPr>
          <p:cNvPr id="5" name="Pladsholder til sidefod 4"/>
          <p:cNvSpPr>
            <a:spLocks noGrp="1"/>
          </p:cNvSpPr>
          <p:nvPr>
            <p:ph type="ftr" sz="quarter" idx="11"/>
          </p:nvPr>
        </p:nvSpPr>
        <p:spPr/>
        <p:txBody>
          <a:bodyPr/>
          <a:lstStyle/>
          <a:p>
            <a:endParaRPr lang="da-DK"/>
          </a:p>
        </p:txBody>
      </p:sp>
      <p:sp>
        <p:nvSpPr>
          <p:cNvPr id="6" name="Pladsholder til slidenummer 5"/>
          <p:cNvSpPr>
            <a:spLocks noGrp="1"/>
          </p:cNvSpPr>
          <p:nvPr>
            <p:ph type="sldNum" sz="quarter" idx="12"/>
          </p:nvPr>
        </p:nvSpPr>
        <p:spPr/>
        <p:txBody>
          <a:bodyPr/>
          <a:lstStyle/>
          <a:p>
            <a:fld id="{509E1999-3C25-4604-BE52-00DA9F46B8EF}" type="slidenum">
              <a:rPr lang="da-DK" smtClean="0"/>
              <a:t>‹nr.›</a:t>
            </a:fld>
            <a:endParaRPr lang="da-DK"/>
          </a:p>
        </p:txBody>
      </p:sp>
    </p:spTree>
    <p:extLst>
      <p:ext uri="{BB962C8B-B14F-4D97-AF65-F5344CB8AC3E}">
        <p14:creationId xmlns:p14="http://schemas.microsoft.com/office/powerpoint/2010/main" val="4023542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smtClean="0"/>
              <a:t>Klik for at redigere i master</a:t>
            </a:r>
            <a:endParaRPr lang="da-DK"/>
          </a:p>
        </p:txBody>
      </p:sp>
      <p:sp>
        <p:nvSpPr>
          <p:cNvPr id="3" name="Pladsholder til indhold 2"/>
          <p:cNvSpPr>
            <a:spLocks noGrp="1"/>
          </p:cNvSpPr>
          <p:nvPr>
            <p:ph idx="1"/>
          </p:nvPr>
        </p:nvSpPr>
        <p:spPr/>
        <p:txBody>
          <a:bodyPr/>
          <a:lstStyle/>
          <a:p>
            <a:pPr lvl="0"/>
            <a:r>
              <a:rPr lang="da-DK" smtClean="0"/>
              <a:t>Rediger typografien i masterens</a:t>
            </a:r>
          </a:p>
          <a:p>
            <a:pPr lvl="1"/>
            <a:r>
              <a:rPr lang="da-DK" smtClean="0"/>
              <a:t>Andet niveau</a:t>
            </a:r>
          </a:p>
          <a:p>
            <a:pPr lvl="2"/>
            <a:r>
              <a:rPr lang="da-DK" smtClean="0"/>
              <a:t>Tredje niveau</a:t>
            </a:r>
          </a:p>
          <a:p>
            <a:pPr lvl="3"/>
            <a:r>
              <a:rPr lang="da-DK" smtClean="0"/>
              <a:t>Fjerde niveau</a:t>
            </a:r>
          </a:p>
          <a:p>
            <a:pPr lvl="4"/>
            <a:r>
              <a:rPr lang="da-DK" smtClean="0"/>
              <a:t>Femte niveau</a:t>
            </a:r>
            <a:endParaRPr lang="da-DK"/>
          </a:p>
        </p:txBody>
      </p:sp>
      <p:sp>
        <p:nvSpPr>
          <p:cNvPr id="4" name="Pladsholder til dato 3"/>
          <p:cNvSpPr>
            <a:spLocks noGrp="1"/>
          </p:cNvSpPr>
          <p:nvPr>
            <p:ph type="dt" sz="half" idx="10"/>
          </p:nvPr>
        </p:nvSpPr>
        <p:spPr/>
        <p:txBody>
          <a:bodyPr/>
          <a:lstStyle/>
          <a:p>
            <a:fld id="{DCF40BB0-3AFE-4701-BAF4-3DCE6A6593D6}" type="datetimeFigureOut">
              <a:rPr lang="da-DK" smtClean="0"/>
              <a:t>07-03-2022</a:t>
            </a:fld>
            <a:endParaRPr lang="da-DK"/>
          </a:p>
        </p:txBody>
      </p:sp>
      <p:sp>
        <p:nvSpPr>
          <p:cNvPr id="5" name="Pladsholder til sidefod 4"/>
          <p:cNvSpPr>
            <a:spLocks noGrp="1"/>
          </p:cNvSpPr>
          <p:nvPr>
            <p:ph type="ftr" sz="quarter" idx="11"/>
          </p:nvPr>
        </p:nvSpPr>
        <p:spPr/>
        <p:txBody>
          <a:bodyPr/>
          <a:lstStyle/>
          <a:p>
            <a:endParaRPr lang="da-DK"/>
          </a:p>
        </p:txBody>
      </p:sp>
      <p:sp>
        <p:nvSpPr>
          <p:cNvPr id="6" name="Pladsholder til slidenummer 5"/>
          <p:cNvSpPr>
            <a:spLocks noGrp="1"/>
          </p:cNvSpPr>
          <p:nvPr>
            <p:ph type="sldNum" sz="quarter" idx="12"/>
          </p:nvPr>
        </p:nvSpPr>
        <p:spPr/>
        <p:txBody>
          <a:bodyPr/>
          <a:lstStyle/>
          <a:p>
            <a:fld id="{509E1999-3C25-4604-BE52-00DA9F46B8EF}" type="slidenum">
              <a:rPr lang="da-DK" smtClean="0"/>
              <a:t>‹nr.›</a:t>
            </a:fld>
            <a:endParaRPr lang="da-DK"/>
          </a:p>
        </p:txBody>
      </p:sp>
    </p:spTree>
    <p:extLst>
      <p:ext uri="{BB962C8B-B14F-4D97-AF65-F5344CB8AC3E}">
        <p14:creationId xmlns:p14="http://schemas.microsoft.com/office/powerpoint/2010/main" val="4192737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fsnitsoversk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a-DK" smtClean="0"/>
              <a:t>Klik for at redigere i master</a:t>
            </a:r>
            <a:endParaRPr lang="da-DK"/>
          </a:p>
        </p:txBody>
      </p:sp>
      <p:sp>
        <p:nvSpPr>
          <p:cNvPr id="3" name="Pladsholder til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a-DK" smtClean="0"/>
              <a:t>Rediger typografien i masterens</a:t>
            </a:r>
          </a:p>
        </p:txBody>
      </p:sp>
      <p:sp>
        <p:nvSpPr>
          <p:cNvPr id="4" name="Pladsholder til dato 3"/>
          <p:cNvSpPr>
            <a:spLocks noGrp="1"/>
          </p:cNvSpPr>
          <p:nvPr>
            <p:ph type="dt" sz="half" idx="10"/>
          </p:nvPr>
        </p:nvSpPr>
        <p:spPr/>
        <p:txBody>
          <a:bodyPr/>
          <a:lstStyle/>
          <a:p>
            <a:fld id="{DCF40BB0-3AFE-4701-BAF4-3DCE6A6593D6}" type="datetimeFigureOut">
              <a:rPr lang="da-DK" smtClean="0"/>
              <a:t>07-03-2022</a:t>
            </a:fld>
            <a:endParaRPr lang="da-DK"/>
          </a:p>
        </p:txBody>
      </p:sp>
      <p:sp>
        <p:nvSpPr>
          <p:cNvPr id="5" name="Pladsholder til sidefod 4"/>
          <p:cNvSpPr>
            <a:spLocks noGrp="1"/>
          </p:cNvSpPr>
          <p:nvPr>
            <p:ph type="ftr" sz="quarter" idx="11"/>
          </p:nvPr>
        </p:nvSpPr>
        <p:spPr/>
        <p:txBody>
          <a:bodyPr/>
          <a:lstStyle/>
          <a:p>
            <a:endParaRPr lang="da-DK"/>
          </a:p>
        </p:txBody>
      </p:sp>
      <p:sp>
        <p:nvSpPr>
          <p:cNvPr id="6" name="Pladsholder til slidenummer 5"/>
          <p:cNvSpPr>
            <a:spLocks noGrp="1"/>
          </p:cNvSpPr>
          <p:nvPr>
            <p:ph type="sldNum" sz="quarter" idx="12"/>
          </p:nvPr>
        </p:nvSpPr>
        <p:spPr/>
        <p:txBody>
          <a:bodyPr/>
          <a:lstStyle/>
          <a:p>
            <a:fld id="{509E1999-3C25-4604-BE52-00DA9F46B8EF}" type="slidenum">
              <a:rPr lang="da-DK" smtClean="0"/>
              <a:t>‹nr.›</a:t>
            </a:fld>
            <a:endParaRPr lang="da-DK"/>
          </a:p>
        </p:txBody>
      </p:sp>
    </p:spTree>
    <p:extLst>
      <p:ext uri="{BB962C8B-B14F-4D97-AF65-F5344CB8AC3E}">
        <p14:creationId xmlns:p14="http://schemas.microsoft.com/office/powerpoint/2010/main" val="1015598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smtClean="0"/>
              <a:t>Klik for at redigere i master</a:t>
            </a:r>
            <a:endParaRPr lang="da-DK"/>
          </a:p>
        </p:txBody>
      </p:sp>
      <p:sp>
        <p:nvSpPr>
          <p:cNvPr id="3" name="Pladsholder til indhold 2"/>
          <p:cNvSpPr>
            <a:spLocks noGrp="1"/>
          </p:cNvSpPr>
          <p:nvPr>
            <p:ph sz="half" idx="1"/>
          </p:nvPr>
        </p:nvSpPr>
        <p:spPr>
          <a:xfrm>
            <a:off x="838200" y="1825625"/>
            <a:ext cx="5181600" cy="4351338"/>
          </a:xfrm>
        </p:spPr>
        <p:txBody>
          <a:bodyPr/>
          <a:lstStyle/>
          <a:p>
            <a:pPr lvl="0"/>
            <a:r>
              <a:rPr lang="da-DK" smtClean="0"/>
              <a:t>Rediger typografien i masterens</a:t>
            </a:r>
          </a:p>
          <a:p>
            <a:pPr lvl="1"/>
            <a:r>
              <a:rPr lang="da-DK" smtClean="0"/>
              <a:t>Andet niveau</a:t>
            </a:r>
          </a:p>
          <a:p>
            <a:pPr lvl="2"/>
            <a:r>
              <a:rPr lang="da-DK" smtClean="0"/>
              <a:t>Tredje niveau</a:t>
            </a:r>
          </a:p>
          <a:p>
            <a:pPr lvl="3"/>
            <a:r>
              <a:rPr lang="da-DK" smtClean="0"/>
              <a:t>Fjerde niveau</a:t>
            </a:r>
          </a:p>
          <a:p>
            <a:pPr lvl="4"/>
            <a:r>
              <a:rPr lang="da-DK" smtClean="0"/>
              <a:t>Femte niveau</a:t>
            </a:r>
            <a:endParaRPr lang="da-DK"/>
          </a:p>
        </p:txBody>
      </p:sp>
      <p:sp>
        <p:nvSpPr>
          <p:cNvPr id="4" name="Pladsholder til indhold 3"/>
          <p:cNvSpPr>
            <a:spLocks noGrp="1"/>
          </p:cNvSpPr>
          <p:nvPr>
            <p:ph sz="half" idx="2"/>
          </p:nvPr>
        </p:nvSpPr>
        <p:spPr>
          <a:xfrm>
            <a:off x="6172200" y="1825625"/>
            <a:ext cx="5181600" cy="4351338"/>
          </a:xfrm>
        </p:spPr>
        <p:txBody>
          <a:bodyPr/>
          <a:lstStyle/>
          <a:p>
            <a:pPr lvl="0"/>
            <a:r>
              <a:rPr lang="da-DK" smtClean="0"/>
              <a:t>Rediger typografien i masterens</a:t>
            </a:r>
          </a:p>
          <a:p>
            <a:pPr lvl="1"/>
            <a:r>
              <a:rPr lang="da-DK" smtClean="0"/>
              <a:t>Andet niveau</a:t>
            </a:r>
          </a:p>
          <a:p>
            <a:pPr lvl="2"/>
            <a:r>
              <a:rPr lang="da-DK" smtClean="0"/>
              <a:t>Tredje niveau</a:t>
            </a:r>
          </a:p>
          <a:p>
            <a:pPr lvl="3"/>
            <a:r>
              <a:rPr lang="da-DK" smtClean="0"/>
              <a:t>Fjerde niveau</a:t>
            </a:r>
          </a:p>
          <a:p>
            <a:pPr lvl="4"/>
            <a:r>
              <a:rPr lang="da-DK" smtClean="0"/>
              <a:t>Femte niveau</a:t>
            </a:r>
            <a:endParaRPr lang="da-DK"/>
          </a:p>
        </p:txBody>
      </p:sp>
      <p:sp>
        <p:nvSpPr>
          <p:cNvPr id="5" name="Pladsholder til dato 4"/>
          <p:cNvSpPr>
            <a:spLocks noGrp="1"/>
          </p:cNvSpPr>
          <p:nvPr>
            <p:ph type="dt" sz="half" idx="10"/>
          </p:nvPr>
        </p:nvSpPr>
        <p:spPr/>
        <p:txBody>
          <a:bodyPr/>
          <a:lstStyle/>
          <a:p>
            <a:fld id="{DCF40BB0-3AFE-4701-BAF4-3DCE6A6593D6}" type="datetimeFigureOut">
              <a:rPr lang="da-DK" smtClean="0"/>
              <a:t>07-03-2022</a:t>
            </a:fld>
            <a:endParaRPr lang="da-DK"/>
          </a:p>
        </p:txBody>
      </p:sp>
      <p:sp>
        <p:nvSpPr>
          <p:cNvPr id="6" name="Pladsholder til sidefod 5"/>
          <p:cNvSpPr>
            <a:spLocks noGrp="1"/>
          </p:cNvSpPr>
          <p:nvPr>
            <p:ph type="ftr" sz="quarter" idx="11"/>
          </p:nvPr>
        </p:nvSpPr>
        <p:spPr/>
        <p:txBody>
          <a:bodyPr/>
          <a:lstStyle/>
          <a:p>
            <a:endParaRPr lang="da-DK"/>
          </a:p>
        </p:txBody>
      </p:sp>
      <p:sp>
        <p:nvSpPr>
          <p:cNvPr id="7" name="Pladsholder til slidenummer 6"/>
          <p:cNvSpPr>
            <a:spLocks noGrp="1"/>
          </p:cNvSpPr>
          <p:nvPr>
            <p:ph type="sldNum" sz="quarter" idx="12"/>
          </p:nvPr>
        </p:nvSpPr>
        <p:spPr/>
        <p:txBody>
          <a:bodyPr/>
          <a:lstStyle/>
          <a:p>
            <a:fld id="{509E1999-3C25-4604-BE52-00DA9F46B8EF}" type="slidenum">
              <a:rPr lang="da-DK" smtClean="0"/>
              <a:t>‹nr.›</a:t>
            </a:fld>
            <a:endParaRPr lang="da-DK"/>
          </a:p>
        </p:txBody>
      </p:sp>
    </p:spTree>
    <p:extLst>
      <p:ext uri="{BB962C8B-B14F-4D97-AF65-F5344CB8AC3E}">
        <p14:creationId xmlns:p14="http://schemas.microsoft.com/office/powerpoint/2010/main" val="3194722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a-DK" smtClean="0"/>
              <a:t>Klik for at redigere i master</a:t>
            </a:r>
            <a:endParaRPr lang="da-DK"/>
          </a:p>
        </p:txBody>
      </p:sp>
      <p:sp>
        <p:nvSpPr>
          <p:cNvPr id="3" name="Pladsholder til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smtClean="0"/>
              <a:t>Rediger typografien i masterens</a:t>
            </a:r>
          </a:p>
        </p:txBody>
      </p:sp>
      <p:sp>
        <p:nvSpPr>
          <p:cNvPr id="4" name="Pladsholder til indhold 3"/>
          <p:cNvSpPr>
            <a:spLocks noGrp="1"/>
          </p:cNvSpPr>
          <p:nvPr>
            <p:ph sz="half" idx="2"/>
          </p:nvPr>
        </p:nvSpPr>
        <p:spPr>
          <a:xfrm>
            <a:off x="839788" y="2505075"/>
            <a:ext cx="5157787" cy="3684588"/>
          </a:xfrm>
        </p:spPr>
        <p:txBody>
          <a:bodyPr/>
          <a:lstStyle/>
          <a:p>
            <a:pPr lvl="0"/>
            <a:r>
              <a:rPr lang="da-DK" smtClean="0"/>
              <a:t>Rediger typografien i masterens</a:t>
            </a:r>
          </a:p>
          <a:p>
            <a:pPr lvl="1"/>
            <a:r>
              <a:rPr lang="da-DK" smtClean="0"/>
              <a:t>Andet niveau</a:t>
            </a:r>
          </a:p>
          <a:p>
            <a:pPr lvl="2"/>
            <a:r>
              <a:rPr lang="da-DK" smtClean="0"/>
              <a:t>Tredje niveau</a:t>
            </a:r>
          </a:p>
          <a:p>
            <a:pPr lvl="3"/>
            <a:r>
              <a:rPr lang="da-DK" smtClean="0"/>
              <a:t>Fjerde niveau</a:t>
            </a:r>
          </a:p>
          <a:p>
            <a:pPr lvl="4"/>
            <a:r>
              <a:rPr lang="da-DK" smtClean="0"/>
              <a:t>Femte niveau</a:t>
            </a:r>
            <a:endParaRPr lang="da-DK"/>
          </a:p>
        </p:txBody>
      </p:sp>
      <p:sp>
        <p:nvSpPr>
          <p:cNvPr id="5" name="Pladsholder til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smtClean="0"/>
              <a:t>Rediger typografien i masterens</a:t>
            </a:r>
          </a:p>
        </p:txBody>
      </p:sp>
      <p:sp>
        <p:nvSpPr>
          <p:cNvPr id="6" name="Pladsholder til indhold 5"/>
          <p:cNvSpPr>
            <a:spLocks noGrp="1"/>
          </p:cNvSpPr>
          <p:nvPr>
            <p:ph sz="quarter" idx="4"/>
          </p:nvPr>
        </p:nvSpPr>
        <p:spPr>
          <a:xfrm>
            <a:off x="6172200" y="2505075"/>
            <a:ext cx="5183188" cy="3684588"/>
          </a:xfrm>
        </p:spPr>
        <p:txBody>
          <a:bodyPr/>
          <a:lstStyle/>
          <a:p>
            <a:pPr lvl="0"/>
            <a:r>
              <a:rPr lang="da-DK" smtClean="0"/>
              <a:t>Rediger typografien i masterens</a:t>
            </a:r>
          </a:p>
          <a:p>
            <a:pPr lvl="1"/>
            <a:r>
              <a:rPr lang="da-DK" smtClean="0"/>
              <a:t>Andet niveau</a:t>
            </a:r>
          </a:p>
          <a:p>
            <a:pPr lvl="2"/>
            <a:r>
              <a:rPr lang="da-DK" smtClean="0"/>
              <a:t>Tredje niveau</a:t>
            </a:r>
          </a:p>
          <a:p>
            <a:pPr lvl="3"/>
            <a:r>
              <a:rPr lang="da-DK" smtClean="0"/>
              <a:t>Fjerde niveau</a:t>
            </a:r>
          </a:p>
          <a:p>
            <a:pPr lvl="4"/>
            <a:r>
              <a:rPr lang="da-DK" smtClean="0"/>
              <a:t>Femte niveau</a:t>
            </a:r>
            <a:endParaRPr lang="da-DK"/>
          </a:p>
        </p:txBody>
      </p:sp>
      <p:sp>
        <p:nvSpPr>
          <p:cNvPr id="7" name="Pladsholder til dato 6"/>
          <p:cNvSpPr>
            <a:spLocks noGrp="1"/>
          </p:cNvSpPr>
          <p:nvPr>
            <p:ph type="dt" sz="half" idx="10"/>
          </p:nvPr>
        </p:nvSpPr>
        <p:spPr/>
        <p:txBody>
          <a:bodyPr/>
          <a:lstStyle/>
          <a:p>
            <a:fld id="{DCF40BB0-3AFE-4701-BAF4-3DCE6A6593D6}" type="datetimeFigureOut">
              <a:rPr lang="da-DK" smtClean="0"/>
              <a:t>07-03-2022</a:t>
            </a:fld>
            <a:endParaRPr lang="da-DK"/>
          </a:p>
        </p:txBody>
      </p:sp>
      <p:sp>
        <p:nvSpPr>
          <p:cNvPr id="8" name="Pladsholder til sidefod 7"/>
          <p:cNvSpPr>
            <a:spLocks noGrp="1"/>
          </p:cNvSpPr>
          <p:nvPr>
            <p:ph type="ftr" sz="quarter" idx="11"/>
          </p:nvPr>
        </p:nvSpPr>
        <p:spPr/>
        <p:txBody>
          <a:bodyPr/>
          <a:lstStyle/>
          <a:p>
            <a:endParaRPr lang="da-DK"/>
          </a:p>
        </p:txBody>
      </p:sp>
      <p:sp>
        <p:nvSpPr>
          <p:cNvPr id="9" name="Pladsholder til slidenummer 8"/>
          <p:cNvSpPr>
            <a:spLocks noGrp="1"/>
          </p:cNvSpPr>
          <p:nvPr>
            <p:ph type="sldNum" sz="quarter" idx="12"/>
          </p:nvPr>
        </p:nvSpPr>
        <p:spPr/>
        <p:txBody>
          <a:bodyPr/>
          <a:lstStyle/>
          <a:p>
            <a:fld id="{509E1999-3C25-4604-BE52-00DA9F46B8EF}" type="slidenum">
              <a:rPr lang="da-DK" smtClean="0"/>
              <a:t>‹nr.›</a:t>
            </a:fld>
            <a:endParaRPr lang="da-DK"/>
          </a:p>
        </p:txBody>
      </p:sp>
    </p:spTree>
    <p:extLst>
      <p:ext uri="{BB962C8B-B14F-4D97-AF65-F5344CB8AC3E}">
        <p14:creationId xmlns:p14="http://schemas.microsoft.com/office/powerpoint/2010/main" val="3484905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smtClean="0"/>
              <a:t>Klik for at redigere i master</a:t>
            </a:r>
            <a:endParaRPr lang="da-DK"/>
          </a:p>
        </p:txBody>
      </p:sp>
      <p:sp>
        <p:nvSpPr>
          <p:cNvPr id="3" name="Pladsholder til dato 2"/>
          <p:cNvSpPr>
            <a:spLocks noGrp="1"/>
          </p:cNvSpPr>
          <p:nvPr>
            <p:ph type="dt" sz="half" idx="10"/>
          </p:nvPr>
        </p:nvSpPr>
        <p:spPr/>
        <p:txBody>
          <a:bodyPr/>
          <a:lstStyle/>
          <a:p>
            <a:fld id="{DCF40BB0-3AFE-4701-BAF4-3DCE6A6593D6}" type="datetimeFigureOut">
              <a:rPr lang="da-DK" smtClean="0"/>
              <a:t>07-03-2022</a:t>
            </a:fld>
            <a:endParaRPr lang="da-DK"/>
          </a:p>
        </p:txBody>
      </p:sp>
      <p:sp>
        <p:nvSpPr>
          <p:cNvPr id="4" name="Pladsholder til sidefod 3"/>
          <p:cNvSpPr>
            <a:spLocks noGrp="1"/>
          </p:cNvSpPr>
          <p:nvPr>
            <p:ph type="ftr" sz="quarter" idx="11"/>
          </p:nvPr>
        </p:nvSpPr>
        <p:spPr/>
        <p:txBody>
          <a:bodyPr/>
          <a:lstStyle/>
          <a:p>
            <a:endParaRPr lang="da-DK"/>
          </a:p>
        </p:txBody>
      </p:sp>
      <p:sp>
        <p:nvSpPr>
          <p:cNvPr id="5" name="Pladsholder til slidenummer 4"/>
          <p:cNvSpPr>
            <a:spLocks noGrp="1"/>
          </p:cNvSpPr>
          <p:nvPr>
            <p:ph type="sldNum" sz="quarter" idx="12"/>
          </p:nvPr>
        </p:nvSpPr>
        <p:spPr/>
        <p:txBody>
          <a:bodyPr/>
          <a:lstStyle/>
          <a:p>
            <a:fld id="{509E1999-3C25-4604-BE52-00DA9F46B8EF}" type="slidenum">
              <a:rPr lang="da-DK" smtClean="0"/>
              <a:t>‹nr.›</a:t>
            </a:fld>
            <a:endParaRPr lang="da-DK"/>
          </a:p>
        </p:txBody>
      </p:sp>
    </p:spTree>
    <p:extLst>
      <p:ext uri="{BB962C8B-B14F-4D97-AF65-F5344CB8AC3E}">
        <p14:creationId xmlns:p14="http://schemas.microsoft.com/office/powerpoint/2010/main" val="1809302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dsholder til dato 1"/>
          <p:cNvSpPr>
            <a:spLocks noGrp="1"/>
          </p:cNvSpPr>
          <p:nvPr>
            <p:ph type="dt" sz="half" idx="10"/>
          </p:nvPr>
        </p:nvSpPr>
        <p:spPr/>
        <p:txBody>
          <a:bodyPr/>
          <a:lstStyle/>
          <a:p>
            <a:fld id="{DCF40BB0-3AFE-4701-BAF4-3DCE6A6593D6}" type="datetimeFigureOut">
              <a:rPr lang="da-DK" smtClean="0"/>
              <a:t>07-03-2022</a:t>
            </a:fld>
            <a:endParaRPr lang="da-DK"/>
          </a:p>
        </p:txBody>
      </p:sp>
      <p:sp>
        <p:nvSpPr>
          <p:cNvPr id="3" name="Pladsholder til sidefod 2"/>
          <p:cNvSpPr>
            <a:spLocks noGrp="1"/>
          </p:cNvSpPr>
          <p:nvPr>
            <p:ph type="ftr" sz="quarter" idx="11"/>
          </p:nvPr>
        </p:nvSpPr>
        <p:spPr/>
        <p:txBody>
          <a:bodyPr/>
          <a:lstStyle/>
          <a:p>
            <a:endParaRPr lang="da-DK"/>
          </a:p>
        </p:txBody>
      </p:sp>
      <p:sp>
        <p:nvSpPr>
          <p:cNvPr id="4" name="Pladsholder til slidenummer 3"/>
          <p:cNvSpPr>
            <a:spLocks noGrp="1"/>
          </p:cNvSpPr>
          <p:nvPr>
            <p:ph type="sldNum" sz="quarter" idx="12"/>
          </p:nvPr>
        </p:nvSpPr>
        <p:spPr/>
        <p:txBody>
          <a:bodyPr/>
          <a:lstStyle/>
          <a:p>
            <a:fld id="{509E1999-3C25-4604-BE52-00DA9F46B8EF}" type="slidenum">
              <a:rPr lang="da-DK" smtClean="0"/>
              <a:t>‹nr.›</a:t>
            </a:fld>
            <a:endParaRPr lang="da-DK"/>
          </a:p>
        </p:txBody>
      </p:sp>
    </p:spTree>
    <p:extLst>
      <p:ext uri="{BB962C8B-B14F-4D97-AF65-F5344CB8AC3E}">
        <p14:creationId xmlns:p14="http://schemas.microsoft.com/office/powerpoint/2010/main" val="693801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dhold med billedteks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a-DK" smtClean="0"/>
              <a:t>Klik for at redigere i master</a:t>
            </a:r>
            <a:endParaRPr lang="da-DK"/>
          </a:p>
        </p:txBody>
      </p:sp>
      <p:sp>
        <p:nvSpPr>
          <p:cNvPr id="3" name="Pladsholder til ind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a-DK" smtClean="0"/>
              <a:t>Rediger typografien i masterens</a:t>
            </a:r>
          </a:p>
          <a:p>
            <a:pPr lvl="1"/>
            <a:r>
              <a:rPr lang="da-DK" smtClean="0"/>
              <a:t>Andet niveau</a:t>
            </a:r>
          </a:p>
          <a:p>
            <a:pPr lvl="2"/>
            <a:r>
              <a:rPr lang="da-DK" smtClean="0"/>
              <a:t>Tredje niveau</a:t>
            </a:r>
          </a:p>
          <a:p>
            <a:pPr lvl="3"/>
            <a:r>
              <a:rPr lang="da-DK" smtClean="0"/>
              <a:t>Fjerde niveau</a:t>
            </a:r>
          </a:p>
          <a:p>
            <a:pPr lvl="4"/>
            <a:r>
              <a:rPr lang="da-DK" smtClean="0"/>
              <a:t>Femte niveau</a:t>
            </a:r>
            <a:endParaRPr lang="da-DK"/>
          </a:p>
        </p:txBody>
      </p:sp>
      <p:sp>
        <p:nvSpPr>
          <p:cNvPr id="4" name="Pladsholder til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smtClean="0"/>
              <a:t>Rediger typografien i masterens</a:t>
            </a:r>
          </a:p>
        </p:txBody>
      </p:sp>
      <p:sp>
        <p:nvSpPr>
          <p:cNvPr id="5" name="Pladsholder til dato 4"/>
          <p:cNvSpPr>
            <a:spLocks noGrp="1"/>
          </p:cNvSpPr>
          <p:nvPr>
            <p:ph type="dt" sz="half" idx="10"/>
          </p:nvPr>
        </p:nvSpPr>
        <p:spPr/>
        <p:txBody>
          <a:bodyPr/>
          <a:lstStyle/>
          <a:p>
            <a:fld id="{DCF40BB0-3AFE-4701-BAF4-3DCE6A6593D6}" type="datetimeFigureOut">
              <a:rPr lang="da-DK" smtClean="0"/>
              <a:t>07-03-2022</a:t>
            </a:fld>
            <a:endParaRPr lang="da-DK"/>
          </a:p>
        </p:txBody>
      </p:sp>
      <p:sp>
        <p:nvSpPr>
          <p:cNvPr id="6" name="Pladsholder til sidefod 5"/>
          <p:cNvSpPr>
            <a:spLocks noGrp="1"/>
          </p:cNvSpPr>
          <p:nvPr>
            <p:ph type="ftr" sz="quarter" idx="11"/>
          </p:nvPr>
        </p:nvSpPr>
        <p:spPr/>
        <p:txBody>
          <a:bodyPr/>
          <a:lstStyle/>
          <a:p>
            <a:endParaRPr lang="da-DK"/>
          </a:p>
        </p:txBody>
      </p:sp>
      <p:sp>
        <p:nvSpPr>
          <p:cNvPr id="7" name="Pladsholder til slidenummer 6"/>
          <p:cNvSpPr>
            <a:spLocks noGrp="1"/>
          </p:cNvSpPr>
          <p:nvPr>
            <p:ph type="sldNum" sz="quarter" idx="12"/>
          </p:nvPr>
        </p:nvSpPr>
        <p:spPr/>
        <p:txBody>
          <a:bodyPr/>
          <a:lstStyle/>
          <a:p>
            <a:fld id="{509E1999-3C25-4604-BE52-00DA9F46B8EF}" type="slidenum">
              <a:rPr lang="da-DK" smtClean="0"/>
              <a:t>‹nr.›</a:t>
            </a:fld>
            <a:endParaRPr lang="da-DK"/>
          </a:p>
        </p:txBody>
      </p:sp>
    </p:spTree>
    <p:extLst>
      <p:ext uri="{BB962C8B-B14F-4D97-AF65-F5344CB8AC3E}">
        <p14:creationId xmlns:p14="http://schemas.microsoft.com/office/powerpoint/2010/main" val="1644374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lede med billedteks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a-DK" smtClean="0"/>
              <a:t>Klik for at redigere i master</a:t>
            </a:r>
            <a:endParaRPr lang="da-DK"/>
          </a:p>
        </p:txBody>
      </p:sp>
      <p:sp>
        <p:nvSpPr>
          <p:cNvPr id="3" name="Pladsholder til bille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a-DK"/>
          </a:p>
        </p:txBody>
      </p:sp>
      <p:sp>
        <p:nvSpPr>
          <p:cNvPr id="4" name="Pladsholder til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smtClean="0"/>
              <a:t>Rediger typografien i masterens</a:t>
            </a:r>
          </a:p>
        </p:txBody>
      </p:sp>
      <p:sp>
        <p:nvSpPr>
          <p:cNvPr id="5" name="Pladsholder til dato 4"/>
          <p:cNvSpPr>
            <a:spLocks noGrp="1"/>
          </p:cNvSpPr>
          <p:nvPr>
            <p:ph type="dt" sz="half" idx="10"/>
          </p:nvPr>
        </p:nvSpPr>
        <p:spPr/>
        <p:txBody>
          <a:bodyPr/>
          <a:lstStyle/>
          <a:p>
            <a:fld id="{DCF40BB0-3AFE-4701-BAF4-3DCE6A6593D6}" type="datetimeFigureOut">
              <a:rPr lang="da-DK" smtClean="0"/>
              <a:t>07-03-2022</a:t>
            </a:fld>
            <a:endParaRPr lang="da-DK"/>
          </a:p>
        </p:txBody>
      </p:sp>
      <p:sp>
        <p:nvSpPr>
          <p:cNvPr id="6" name="Pladsholder til sidefod 5"/>
          <p:cNvSpPr>
            <a:spLocks noGrp="1"/>
          </p:cNvSpPr>
          <p:nvPr>
            <p:ph type="ftr" sz="quarter" idx="11"/>
          </p:nvPr>
        </p:nvSpPr>
        <p:spPr/>
        <p:txBody>
          <a:bodyPr/>
          <a:lstStyle/>
          <a:p>
            <a:endParaRPr lang="da-DK"/>
          </a:p>
        </p:txBody>
      </p:sp>
      <p:sp>
        <p:nvSpPr>
          <p:cNvPr id="7" name="Pladsholder til slidenummer 6"/>
          <p:cNvSpPr>
            <a:spLocks noGrp="1"/>
          </p:cNvSpPr>
          <p:nvPr>
            <p:ph type="sldNum" sz="quarter" idx="12"/>
          </p:nvPr>
        </p:nvSpPr>
        <p:spPr/>
        <p:txBody>
          <a:bodyPr/>
          <a:lstStyle/>
          <a:p>
            <a:fld id="{509E1999-3C25-4604-BE52-00DA9F46B8EF}" type="slidenum">
              <a:rPr lang="da-DK" smtClean="0"/>
              <a:t>‹nr.›</a:t>
            </a:fld>
            <a:endParaRPr lang="da-DK"/>
          </a:p>
        </p:txBody>
      </p:sp>
    </p:spTree>
    <p:extLst>
      <p:ext uri="{BB962C8B-B14F-4D97-AF65-F5344CB8AC3E}">
        <p14:creationId xmlns:p14="http://schemas.microsoft.com/office/powerpoint/2010/main" val="3087012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og lodret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smtClean="0"/>
              <a:t>Klik for at redigere i master</a:t>
            </a:r>
            <a:endParaRPr lang="da-DK"/>
          </a:p>
        </p:txBody>
      </p:sp>
      <p:sp>
        <p:nvSpPr>
          <p:cNvPr id="3" name="Pladsholder til lodret titel 2"/>
          <p:cNvSpPr>
            <a:spLocks noGrp="1"/>
          </p:cNvSpPr>
          <p:nvPr>
            <p:ph type="body" orient="vert" idx="1"/>
          </p:nvPr>
        </p:nvSpPr>
        <p:spPr/>
        <p:txBody>
          <a:bodyPr vert="eaVert"/>
          <a:lstStyle/>
          <a:p>
            <a:pPr lvl="0"/>
            <a:r>
              <a:rPr lang="da-DK" smtClean="0"/>
              <a:t>Rediger typografien i masterens</a:t>
            </a:r>
          </a:p>
          <a:p>
            <a:pPr lvl="1"/>
            <a:r>
              <a:rPr lang="da-DK" smtClean="0"/>
              <a:t>Andet niveau</a:t>
            </a:r>
          </a:p>
          <a:p>
            <a:pPr lvl="2"/>
            <a:r>
              <a:rPr lang="da-DK" smtClean="0"/>
              <a:t>Tredje niveau</a:t>
            </a:r>
          </a:p>
          <a:p>
            <a:pPr lvl="3"/>
            <a:r>
              <a:rPr lang="da-DK" smtClean="0"/>
              <a:t>Fjerde niveau</a:t>
            </a:r>
          </a:p>
          <a:p>
            <a:pPr lvl="4"/>
            <a:r>
              <a:rPr lang="da-DK" smtClean="0"/>
              <a:t>Femte niveau</a:t>
            </a:r>
            <a:endParaRPr lang="da-DK"/>
          </a:p>
        </p:txBody>
      </p:sp>
      <p:sp>
        <p:nvSpPr>
          <p:cNvPr id="4" name="Pladsholder til dato 3"/>
          <p:cNvSpPr>
            <a:spLocks noGrp="1"/>
          </p:cNvSpPr>
          <p:nvPr>
            <p:ph type="dt" sz="half" idx="10"/>
          </p:nvPr>
        </p:nvSpPr>
        <p:spPr/>
        <p:txBody>
          <a:bodyPr/>
          <a:lstStyle/>
          <a:p>
            <a:fld id="{DCF40BB0-3AFE-4701-BAF4-3DCE6A6593D6}" type="datetimeFigureOut">
              <a:rPr lang="da-DK" smtClean="0"/>
              <a:t>07-03-2022</a:t>
            </a:fld>
            <a:endParaRPr lang="da-DK"/>
          </a:p>
        </p:txBody>
      </p:sp>
      <p:sp>
        <p:nvSpPr>
          <p:cNvPr id="5" name="Pladsholder til sidefod 4"/>
          <p:cNvSpPr>
            <a:spLocks noGrp="1"/>
          </p:cNvSpPr>
          <p:nvPr>
            <p:ph type="ftr" sz="quarter" idx="11"/>
          </p:nvPr>
        </p:nvSpPr>
        <p:spPr/>
        <p:txBody>
          <a:bodyPr/>
          <a:lstStyle/>
          <a:p>
            <a:endParaRPr lang="da-DK"/>
          </a:p>
        </p:txBody>
      </p:sp>
      <p:sp>
        <p:nvSpPr>
          <p:cNvPr id="6" name="Pladsholder til slidenummer 5"/>
          <p:cNvSpPr>
            <a:spLocks noGrp="1"/>
          </p:cNvSpPr>
          <p:nvPr>
            <p:ph type="sldNum" sz="quarter" idx="12"/>
          </p:nvPr>
        </p:nvSpPr>
        <p:spPr/>
        <p:txBody>
          <a:bodyPr/>
          <a:lstStyle/>
          <a:p>
            <a:fld id="{509E1999-3C25-4604-BE52-00DA9F46B8EF}" type="slidenum">
              <a:rPr lang="da-DK" smtClean="0"/>
              <a:t>‹nr.›</a:t>
            </a:fld>
            <a:endParaRPr lang="da-DK"/>
          </a:p>
        </p:txBody>
      </p:sp>
    </p:spTree>
    <p:extLst>
      <p:ext uri="{BB962C8B-B14F-4D97-AF65-F5344CB8AC3E}">
        <p14:creationId xmlns:p14="http://schemas.microsoft.com/office/powerpoint/2010/main" val="2794239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et titel og tekst">
    <p:spTree>
      <p:nvGrpSpPr>
        <p:cNvPr id="1" name=""/>
        <p:cNvGrpSpPr/>
        <p:nvPr/>
      </p:nvGrpSpPr>
      <p:grpSpPr>
        <a:xfrm>
          <a:off x="0" y="0"/>
          <a:ext cx="0" cy="0"/>
          <a:chOff x="0" y="0"/>
          <a:chExt cx="0" cy="0"/>
        </a:xfrm>
      </p:grpSpPr>
      <p:sp>
        <p:nvSpPr>
          <p:cNvPr id="2" name="Lodret titel 1"/>
          <p:cNvSpPr>
            <a:spLocks noGrp="1"/>
          </p:cNvSpPr>
          <p:nvPr>
            <p:ph type="title" orient="vert"/>
          </p:nvPr>
        </p:nvSpPr>
        <p:spPr>
          <a:xfrm>
            <a:off x="8724900" y="365125"/>
            <a:ext cx="2628900" cy="5811838"/>
          </a:xfrm>
        </p:spPr>
        <p:txBody>
          <a:bodyPr vert="eaVert"/>
          <a:lstStyle/>
          <a:p>
            <a:r>
              <a:rPr lang="da-DK" smtClean="0"/>
              <a:t>Klik for at redigere i master</a:t>
            </a:r>
            <a:endParaRPr lang="da-DK"/>
          </a:p>
        </p:txBody>
      </p:sp>
      <p:sp>
        <p:nvSpPr>
          <p:cNvPr id="3" name="Pladsholder til lodret titel 2"/>
          <p:cNvSpPr>
            <a:spLocks noGrp="1"/>
          </p:cNvSpPr>
          <p:nvPr>
            <p:ph type="body" orient="vert" idx="1"/>
          </p:nvPr>
        </p:nvSpPr>
        <p:spPr>
          <a:xfrm>
            <a:off x="838200" y="365125"/>
            <a:ext cx="7734300" cy="5811838"/>
          </a:xfrm>
        </p:spPr>
        <p:txBody>
          <a:bodyPr vert="eaVert"/>
          <a:lstStyle/>
          <a:p>
            <a:pPr lvl="0"/>
            <a:r>
              <a:rPr lang="da-DK" smtClean="0"/>
              <a:t>Rediger typografien i masterens</a:t>
            </a:r>
          </a:p>
          <a:p>
            <a:pPr lvl="1"/>
            <a:r>
              <a:rPr lang="da-DK" smtClean="0"/>
              <a:t>Andet niveau</a:t>
            </a:r>
          </a:p>
          <a:p>
            <a:pPr lvl="2"/>
            <a:r>
              <a:rPr lang="da-DK" smtClean="0"/>
              <a:t>Tredje niveau</a:t>
            </a:r>
          </a:p>
          <a:p>
            <a:pPr lvl="3"/>
            <a:r>
              <a:rPr lang="da-DK" smtClean="0"/>
              <a:t>Fjerde niveau</a:t>
            </a:r>
          </a:p>
          <a:p>
            <a:pPr lvl="4"/>
            <a:r>
              <a:rPr lang="da-DK" smtClean="0"/>
              <a:t>Femte niveau</a:t>
            </a:r>
            <a:endParaRPr lang="da-DK"/>
          </a:p>
        </p:txBody>
      </p:sp>
      <p:sp>
        <p:nvSpPr>
          <p:cNvPr id="4" name="Pladsholder til dato 3"/>
          <p:cNvSpPr>
            <a:spLocks noGrp="1"/>
          </p:cNvSpPr>
          <p:nvPr>
            <p:ph type="dt" sz="half" idx="10"/>
          </p:nvPr>
        </p:nvSpPr>
        <p:spPr/>
        <p:txBody>
          <a:bodyPr/>
          <a:lstStyle/>
          <a:p>
            <a:fld id="{DCF40BB0-3AFE-4701-BAF4-3DCE6A6593D6}" type="datetimeFigureOut">
              <a:rPr lang="da-DK" smtClean="0"/>
              <a:t>07-03-2022</a:t>
            </a:fld>
            <a:endParaRPr lang="da-DK"/>
          </a:p>
        </p:txBody>
      </p:sp>
      <p:sp>
        <p:nvSpPr>
          <p:cNvPr id="5" name="Pladsholder til sidefod 4"/>
          <p:cNvSpPr>
            <a:spLocks noGrp="1"/>
          </p:cNvSpPr>
          <p:nvPr>
            <p:ph type="ftr" sz="quarter" idx="11"/>
          </p:nvPr>
        </p:nvSpPr>
        <p:spPr/>
        <p:txBody>
          <a:bodyPr/>
          <a:lstStyle/>
          <a:p>
            <a:endParaRPr lang="da-DK"/>
          </a:p>
        </p:txBody>
      </p:sp>
      <p:sp>
        <p:nvSpPr>
          <p:cNvPr id="6" name="Pladsholder til slidenummer 5"/>
          <p:cNvSpPr>
            <a:spLocks noGrp="1"/>
          </p:cNvSpPr>
          <p:nvPr>
            <p:ph type="sldNum" sz="quarter" idx="12"/>
          </p:nvPr>
        </p:nvSpPr>
        <p:spPr/>
        <p:txBody>
          <a:bodyPr/>
          <a:lstStyle/>
          <a:p>
            <a:fld id="{509E1999-3C25-4604-BE52-00DA9F46B8EF}" type="slidenum">
              <a:rPr lang="da-DK" smtClean="0"/>
              <a:t>‹nr.›</a:t>
            </a:fld>
            <a:endParaRPr lang="da-DK"/>
          </a:p>
        </p:txBody>
      </p:sp>
    </p:spTree>
    <p:extLst>
      <p:ext uri="{BB962C8B-B14F-4D97-AF65-F5344CB8AC3E}">
        <p14:creationId xmlns:p14="http://schemas.microsoft.com/office/powerpoint/2010/main" val="3936581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ti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a-DK" smtClean="0"/>
              <a:t>Klik for at redigere i master</a:t>
            </a:r>
            <a:endParaRPr lang="da-DK"/>
          </a:p>
        </p:txBody>
      </p:sp>
      <p:sp>
        <p:nvSpPr>
          <p:cNvPr id="3" name="Pladsholder til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a-DK" smtClean="0"/>
              <a:t>Rediger typografien i masterens</a:t>
            </a:r>
          </a:p>
          <a:p>
            <a:pPr lvl="1"/>
            <a:r>
              <a:rPr lang="da-DK" smtClean="0"/>
              <a:t>Andet niveau</a:t>
            </a:r>
          </a:p>
          <a:p>
            <a:pPr lvl="2"/>
            <a:r>
              <a:rPr lang="da-DK" smtClean="0"/>
              <a:t>Tredje niveau</a:t>
            </a:r>
          </a:p>
          <a:p>
            <a:pPr lvl="3"/>
            <a:r>
              <a:rPr lang="da-DK" smtClean="0"/>
              <a:t>Fjerde niveau</a:t>
            </a:r>
          </a:p>
          <a:p>
            <a:pPr lvl="4"/>
            <a:r>
              <a:rPr lang="da-DK" smtClean="0"/>
              <a:t>Femte niveau</a:t>
            </a:r>
            <a:endParaRPr lang="da-DK"/>
          </a:p>
        </p:txBody>
      </p:sp>
      <p:sp>
        <p:nvSpPr>
          <p:cNvPr id="4" name="Pladsholder til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F40BB0-3AFE-4701-BAF4-3DCE6A6593D6}" type="datetimeFigureOut">
              <a:rPr lang="da-DK" smtClean="0"/>
              <a:t>07-03-2022</a:t>
            </a:fld>
            <a:endParaRPr lang="da-DK"/>
          </a:p>
        </p:txBody>
      </p:sp>
      <p:sp>
        <p:nvSpPr>
          <p:cNvPr id="5" name="Pladsholder til sidefod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a-DK"/>
          </a:p>
        </p:txBody>
      </p:sp>
      <p:sp>
        <p:nvSpPr>
          <p:cNvPr id="6" name="Pladsholder til sli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9E1999-3C25-4604-BE52-00DA9F46B8EF}" type="slidenum">
              <a:rPr lang="da-DK" smtClean="0"/>
              <a:t>‹nr.›</a:t>
            </a:fld>
            <a:endParaRPr lang="da-DK"/>
          </a:p>
        </p:txBody>
      </p:sp>
    </p:spTree>
    <p:extLst>
      <p:ext uri="{BB962C8B-B14F-4D97-AF65-F5344CB8AC3E}">
        <p14:creationId xmlns:p14="http://schemas.microsoft.com/office/powerpoint/2010/main" val="30890663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s/_rels/slide2.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slideLayout" Target="../slideLayouts/slideLayout2.xml"/><Relationship Id="rId5" Type="http://schemas.openxmlformats.org/officeDocument/2006/relationships/tags" Target="../tags/tag15.xml"/><Relationship Id="rId10" Type="http://schemas.openxmlformats.org/officeDocument/2006/relationships/tags" Target="../tags/tag20.xml"/><Relationship Id="rId4" Type="http://schemas.openxmlformats.org/officeDocument/2006/relationships/tags" Target="../tags/tag14.xml"/><Relationship Id="rId9" Type="http://schemas.openxmlformats.org/officeDocument/2006/relationships/tags" Target="../tags/tag19.xml"/></Relationships>
</file>

<file path=ppt/slides/_rels/slide3.xml.rels><?xml version="1.0" encoding="UTF-8" standalone="yes"?>
<Relationships xmlns="http://schemas.openxmlformats.org/package/2006/relationships"><Relationship Id="rId8" Type="http://schemas.openxmlformats.org/officeDocument/2006/relationships/tags" Target="../tags/tag28.xml"/><Relationship Id="rId3" Type="http://schemas.openxmlformats.org/officeDocument/2006/relationships/tags" Target="../tags/tag23.xml"/><Relationship Id="rId7" Type="http://schemas.openxmlformats.org/officeDocument/2006/relationships/tags" Target="../tags/tag27.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slideLayout" Target="../slideLayouts/slideLayout2.xml"/><Relationship Id="rId5" Type="http://schemas.openxmlformats.org/officeDocument/2006/relationships/tags" Target="../tags/tag25.xml"/><Relationship Id="rId10" Type="http://schemas.openxmlformats.org/officeDocument/2006/relationships/tags" Target="../tags/tag30.xml"/><Relationship Id="rId4" Type="http://schemas.openxmlformats.org/officeDocument/2006/relationships/tags" Target="../tags/tag24.xml"/><Relationship Id="rId9" Type="http://schemas.openxmlformats.org/officeDocument/2006/relationships/tags" Target="../tags/tag29.xml"/></Relationships>
</file>

<file path=ppt/slides/_rels/slide4.xml.rels><?xml version="1.0" encoding="UTF-8" standalone="yes"?>
<Relationships xmlns="http://schemas.openxmlformats.org/package/2006/relationships"><Relationship Id="rId8" Type="http://schemas.openxmlformats.org/officeDocument/2006/relationships/tags" Target="../tags/tag38.xml"/><Relationship Id="rId3" Type="http://schemas.openxmlformats.org/officeDocument/2006/relationships/tags" Target="../tags/tag33.xml"/><Relationship Id="rId7" Type="http://schemas.openxmlformats.org/officeDocument/2006/relationships/tags" Target="../tags/tag37.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slideLayout" Target="../slideLayouts/slideLayout2.xml"/><Relationship Id="rId5" Type="http://schemas.openxmlformats.org/officeDocument/2006/relationships/tags" Target="../tags/tag35.xml"/><Relationship Id="rId10" Type="http://schemas.openxmlformats.org/officeDocument/2006/relationships/tags" Target="../tags/tag40.xml"/><Relationship Id="rId4" Type="http://schemas.openxmlformats.org/officeDocument/2006/relationships/tags" Target="../tags/tag34.xml"/><Relationship Id="rId9" Type="http://schemas.openxmlformats.org/officeDocument/2006/relationships/tags" Target="../tags/tag39.xml"/></Relationships>
</file>

<file path=ppt/slides/_rels/slide5.xml.rels><?xml version="1.0" encoding="UTF-8" standalone="yes"?>
<Relationships xmlns="http://schemas.openxmlformats.org/package/2006/relationships"><Relationship Id="rId8" Type="http://schemas.openxmlformats.org/officeDocument/2006/relationships/tags" Target="../tags/tag48.xml"/><Relationship Id="rId3" Type="http://schemas.openxmlformats.org/officeDocument/2006/relationships/tags" Target="../tags/tag43.xml"/><Relationship Id="rId7" Type="http://schemas.openxmlformats.org/officeDocument/2006/relationships/tags" Target="../tags/tag47.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slideLayout" Target="../slideLayouts/slideLayout1.xml"/><Relationship Id="rId5" Type="http://schemas.openxmlformats.org/officeDocument/2006/relationships/tags" Target="../tags/tag45.xml"/><Relationship Id="rId10" Type="http://schemas.openxmlformats.org/officeDocument/2006/relationships/tags" Target="../tags/tag50.xml"/><Relationship Id="rId4" Type="http://schemas.openxmlformats.org/officeDocument/2006/relationships/tags" Target="../tags/tag44.xml"/><Relationship Id="rId9" Type="http://schemas.openxmlformats.org/officeDocument/2006/relationships/tags" Target="../tags/tag49.xml"/></Relationships>
</file>

<file path=ppt/slides/_rels/slide6.xml.rels><?xml version="1.0" encoding="UTF-8" standalone="yes"?>
<Relationships xmlns="http://schemas.openxmlformats.org/package/2006/relationships"><Relationship Id="rId8" Type="http://schemas.openxmlformats.org/officeDocument/2006/relationships/tags" Target="../tags/tag58.xml"/><Relationship Id="rId3" Type="http://schemas.openxmlformats.org/officeDocument/2006/relationships/tags" Target="../tags/tag53.xml"/><Relationship Id="rId7" Type="http://schemas.openxmlformats.org/officeDocument/2006/relationships/tags" Target="../tags/tag57.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slideLayout" Target="../slideLayouts/slideLayout2.xml"/><Relationship Id="rId5" Type="http://schemas.openxmlformats.org/officeDocument/2006/relationships/tags" Target="../tags/tag55.xml"/><Relationship Id="rId10" Type="http://schemas.openxmlformats.org/officeDocument/2006/relationships/tags" Target="../tags/tag60.xml"/><Relationship Id="rId4" Type="http://schemas.openxmlformats.org/officeDocument/2006/relationships/tags" Target="../tags/tag54.xml"/><Relationship Id="rId9" Type="http://schemas.openxmlformats.org/officeDocument/2006/relationships/tags" Target="../tags/tag59.xml"/></Relationships>
</file>

<file path=ppt/slides/_rels/slide7.xml.rels><?xml version="1.0" encoding="UTF-8" standalone="yes"?>
<Relationships xmlns="http://schemas.openxmlformats.org/package/2006/relationships"><Relationship Id="rId8" Type="http://schemas.openxmlformats.org/officeDocument/2006/relationships/tags" Target="../tags/tag68.xml"/><Relationship Id="rId3" Type="http://schemas.openxmlformats.org/officeDocument/2006/relationships/tags" Target="../tags/tag63.xml"/><Relationship Id="rId7" Type="http://schemas.openxmlformats.org/officeDocument/2006/relationships/tags" Target="../tags/tag67.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slideLayout" Target="../slideLayouts/slideLayout2.xml"/><Relationship Id="rId5" Type="http://schemas.openxmlformats.org/officeDocument/2006/relationships/tags" Target="../tags/tag65.xml"/><Relationship Id="rId10" Type="http://schemas.openxmlformats.org/officeDocument/2006/relationships/tags" Target="../tags/tag70.xml"/><Relationship Id="rId4" Type="http://schemas.openxmlformats.org/officeDocument/2006/relationships/tags" Target="../tags/tag64.xml"/><Relationship Id="rId9" Type="http://schemas.openxmlformats.org/officeDocument/2006/relationships/tags" Target="../tags/tag6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Browser" descr="&lt;SmartSettings&gt;&lt;SmartResize enabled=&quot;True&quot; minWidth=&quot;140&quot; minHeight=&quot;50&quot; /&gt;&lt;/SmartSettings&gt;"/>
          <p:cNvGrpSpPr/>
          <p:nvPr>
            <p:custDataLst>
              <p:tags r:id="rId1"/>
            </p:custDataLst>
          </p:nvPr>
        </p:nvGrpSpPr>
        <p:grpSpPr>
          <a:xfrm>
            <a:off x="522659" y="-1"/>
            <a:ext cx="11083185" cy="6842051"/>
            <a:chOff x="595684" y="1261242"/>
            <a:chExt cx="6668462" cy="4352543"/>
          </a:xfrm>
        </p:grpSpPr>
        <p:sp>
          <p:nvSpPr>
            <p:cNvPr id="5" name="Window Body" descr="&lt;SmartSettings&gt;&lt;SmartResize anchorLeft=&quot;Absolute&quot; anchorTop=&quot;Absolute&quot; anchorRight=&quot;Absolute&quot; anchorBottom=&quot;Absolute&quot; /&gt;&lt;/SmartSettings&gt;"/>
            <p:cNvSpPr/>
            <p:nvPr>
              <p:custDataLst>
                <p:tags r:id="rId2"/>
              </p:custDataLst>
            </p:nvPr>
          </p:nvSpPr>
          <p:spPr>
            <a:xfrm>
              <a:off x="595684" y="1601569"/>
              <a:ext cx="6668462" cy="4012216"/>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dirty="0">
                <a:solidFill>
                  <a:srgbClr val="5F5F5F"/>
                </a:solidFill>
                <a:latin typeface="Segoe UI" panose="020B0502040204020203" pitchFamily="34" charset="0"/>
                <a:cs typeface="Segoe UI" panose="020B0502040204020203" pitchFamily="34" charset="0"/>
              </a:endParaRPr>
            </a:p>
          </p:txBody>
        </p:sp>
        <p:sp>
          <p:nvSpPr>
            <p:cNvPr id="6" name="Title Bar" descr="&lt;SmartSettings&gt;&lt;SmartResize anchorLeft=&quot;Absolute&quot; anchorTop=&quot;Absolute&quot; anchorRight=&quot;Absolute&quot; anchorBottom=&quot;None&quot; /&gt;&lt;/SmartSettings&gt;"/>
            <p:cNvSpPr/>
            <p:nvPr>
              <p:custDataLst>
                <p:tags r:id="rId3"/>
              </p:custDataLst>
            </p:nvPr>
          </p:nvSpPr>
          <p:spPr>
            <a:xfrm>
              <a:off x="595685" y="1261242"/>
              <a:ext cx="6668461" cy="341660"/>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22860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900" dirty="0" smtClean="0">
                  <a:solidFill>
                    <a:srgbClr val="5F5F5F"/>
                  </a:solidFill>
                  <a:latin typeface="Segoe UI" panose="020B0502040204020203" pitchFamily="34" charset="0"/>
                  <a:cs typeface="Segoe UI" panose="020B0502040204020203" pitchFamily="34" charset="0"/>
                </a:rPr>
                <a:t>Browser</a:t>
              </a:r>
              <a:endParaRPr lang="en-US" sz="900" dirty="0">
                <a:solidFill>
                  <a:srgbClr val="5F5F5F"/>
                </a:solidFill>
                <a:latin typeface="Segoe UI" panose="020B0502040204020203" pitchFamily="34" charset="0"/>
                <a:cs typeface="Segoe UI" panose="020B0502040204020203" pitchFamily="34" charset="0"/>
              </a:endParaRPr>
            </a:p>
          </p:txBody>
        </p:sp>
        <p:sp>
          <p:nvSpPr>
            <p:cNvPr id="7" name="Menu Button" descr="&lt;SmartSettings&gt;&lt;SmartResize anchorLeft=&quot;None&quot; anchorTop=&quot;Absolute&quot; anchorRight=&quot;Absolute&quot; anchorBottom=&quot;None&quot; /&gt;&lt;/SmartSettings&gt;"/>
            <p:cNvSpPr>
              <a:spLocks noChangeAspect="1" noEditPoints="1"/>
            </p:cNvSpPr>
            <p:nvPr>
              <p:custDataLst>
                <p:tags r:id="rId4"/>
              </p:custDataLst>
            </p:nvPr>
          </p:nvSpPr>
          <p:spPr bwMode="auto">
            <a:xfrm>
              <a:off x="7121019" y="1456895"/>
              <a:ext cx="89785" cy="71702"/>
            </a:xfrm>
            <a:custGeom>
              <a:avLst/>
              <a:gdLst>
                <a:gd name="T0" fmla="*/ 0 w 415"/>
                <a:gd name="T1" fmla="*/ 309 h 309"/>
                <a:gd name="T2" fmla="*/ 415 w 415"/>
                <a:gd name="T3" fmla="*/ 309 h 309"/>
                <a:gd name="T4" fmla="*/ 0 w 415"/>
                <a:gd name="T5" fmla="*/ 155 h 309"/>
                <a:gd name="T6" fmla="*/ 415 w 415"/>
                <a:gd name="T7" fmla="*/ 155 h 309"/>
                <a:gd name="T8" fmla="*/ 0 w 415"/>
                <a:gd name="T9" fmla="*/ 0 h 309"/>
                <a:gd name="T10" fmla="*/ 415 w 415"/>
                <a:gd name="T11" fmla="*/ 0 h 309"/>
              </a:gdLst>
              <a:ahLst/>
              <a:cxnLst>
                <a:cxn ang="0">
                  <a:pos x="T0" y="T1"/>
                </a:cxn>
                <a:cxn ang="0">
                  <a:pos x="T2" y="T3"/>
                </a:cxn>
                <a:cxn ang="0">
                  <a:pos x="T4" y="T5"/>
                </a:cxn>
                <a:cxn ang="0">
                  <a:pos x="T6" y="T7"/>
                </a:cxn>
                <a:cxn ang="0">
                  <a:pos x="T8" y="T9"/>
                </a:cxn>
                <a:cxn ang="0">
                  <a:pos x="T10" y="T11"/>
                </a:cxn>
              </a:cxnLst>
              <a:rect l="0" t="0" r="r" b="b"/>
              <a:pathLst>
                <a:path w="415" h="309">
                  <a:moveTo>
                    <a:pt x="0" y="309"/>
                  </a:moveTo>
                  <a:lnTo>
                    <a:pt x="415" y="309"/>
                  </a:lnTo>
                  <a:moveTo>
                    <a:pt x="0" y="155"/>
                  </a:moveTo>
                  <a:lnTo>
                    <a:pt x="415" y="155"/>
                  </a:lnTo>
                  <a:moveTo>
                    <a:pt x="0" y="0"/>
                  </a:moveTo>
                  <a:lnTo>
                    <a:pt x="415" y="0"/>
                  </a:lnTo>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8" name="Close Button" descr="&lt;SmartSettings&gt;&lt;SmartResize anchorLeft=&quot;None&quot; anchorTop=&quot;Absolute&quot; anchorRight=&quot;Absolute&quot; anchorBottom=&quot;None&quot; /&gt;&lt;/SmartSettings&gt;"/>
            <p:cNvSpPr>
              <a:spLocks noEditPoints="1"/>
            </p:cNvSpPr>
            <p:nvPr>
              <p:custDataLst>
                <p:tags r:id="rId5"/>
              </p:custDataLst>
            </p:nvPr>
          </p:nvSpPr>
          <p:spPr bwMode="auto">
            <a:xfrm>
              <a:off x="7137262" y="1306565"/>
              <a:ext cx="59220" cy="60593"/>
            </a:xfrm>
            <a:custGeom>
              <a:avLst/>
              <a:gdLst>
                <a:gd name="T0" fmla="*/ 254 w 254"/>
                <a:gd name="T1" fmla="*/ 0 h 254"/>
                <a:gd name="T2" fmla="*/ 0 w 254"/>
                <a:gd name="T3" fmla="*/ 254 h 254"/>
                <a:gd name="T4" fmla="*/ 0 w 254"/>
                <a:gd name="T5" fmla="*/ 0 h 254"/>
                <a:gd name="T6" fmla="*/ 254 w 254"/>
                <a:gd name="T7" fmla="*/ 254 h 254"/>
              </a:gdLst>
              <a:ahLst/>
              <a:cxnLst>
                <a:cxn ang="0">
                  <a:pos x="T0" y="T1"/>
                </a:cxn>
                <a:cxn ang="0">
                  <a:pos x="T2" y="T3"/>
                </a:cxn>
                <a:cxn ang="0">
                  <a:pos x="T4" y="T5"/>
                </a:cxn>
                <a:cxn ang="0">
                  <a:pos x="T6" y="T7"/>
                </a:cxn>
              </a:cxnLst>
              <a:rect l="0" t="0" r="r" b="b"/>
              <a:pathLst>
                <a:path w="254" h="254">
                  <a:moveTo>
                    <a:pt x="254" y="0"/>
                  </a:moveTo>
                  <a:lnTo>
                    <a:pt x="0" y="254"/>
                  </a:lnTo>
                  <a:moveTo>
                    <a:pt x="0" y="0"/>
                  </a:moveTo>
                  <a:lnTo>
                    <a:pt x="254" y="254"/>
                  </a:lnTo>
                </a:path>
              </a:pathLst>
            </a:custGeom>
            <a:noFill/>
            <a:ln w="9525"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9" name="Address Box" descr="&lt;SmartSettings&gt;&lt;SmartResize anchorLeft=&quot;Absolute&quot; anchorTop=&quot;Absolute&quot; anchorRight=&quot;Absolute&quot; anchorBottom=&quot;None&quot; /&gt;&lt;/SmartSettings&gt;"/>
            <p:cNvSpPr/>
            <p:nvPr>
              <p:custDataLst>
                <p:tags r:id="rId6"/>
              </p:custDataLst>
            </p:nvPr>
          </p:nvSpPr>
          <p:spPr>
            <a:xfrm>
              <a:off x="1138944" y="1417126"/>
              <a:ext cx="5928731" cy="151240"/>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237744"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900" noProof="1" smtClean="0">
                  <a:solidFill>
                    <a:srgbClr val="5F5F5F"/>
                  </a:solidFill>
                  <a:latin typeface="Segoe UI" panose="020B0502040204020203" pitchFamily="34" charset="0"/>
                  <a:cs typeface="Segoe UI" panose="020B0502040204020203" pitchFamily="34" charset="0"/>
                </a:rPr>
                <a:t>www.Webshop.com</a:t>
              </a:r>
              <a:endParaRPr lang="en-US" sz="900" noProof="1">
                <a:solidFill>
                  <a:srgbClr val="5F5F5F"/>
                </a:solidFill>
                <a:latin typeface="Segoe UI" panose="020B0502040204020203" pitchFamily="34" charset="0"/>
                <a:cs typeface="Segoe UI" panose="020B0502040204020203" pitchFamily="34" charset="0"/>
              </a:endParaRPr>
            </a:p>
          </p:txBody>
        </p:sp>
        <p:sp>
          <p:nvSpPr>
            <p:cNvPr id="10" name="Document Icon" descr="&lt;SmartSettings&gt;&lt;SmartResize anchorLeft=&quot;Absolute&quot; anchorTop=&quot;Absolute&quot; anchorRight=&quot;None&quot; anchorBottom=&quot;None&quot; /&gt;&lt;/SmartSettings&gt;"/>
            <p:cNvSpPr>
              <a:spLocks noChangeAspect="1" noEditPoints="1"/>
            </p:cNvSpPr>
            <p:nvPr>
              <p:custDataLst>
                <p:tags r:id="rId7"/>
              </p:custDataLst>
            </p:nvPr>
          </p:nvSpPr>
          <p:spPr bwMode="auto">
            <a:xfrm>
              <a:off x="1184747" y="1450331"/>
              <a:ext cx="56355" cy="84830"/>
            </a:xfrm>
            <a:custGeom>
              <a:avLst/>
              <a:gdLst>
                <a:gd name="T0" fmla="*/ 153 w 260"/>
                <a:gd name="T1" fmla="*/ 7 h 367"/>
                <a:gd name="T2" fmla="*/ 153 w 260"/>
                <a:gd name="T3" fmla="*/ 108 h 367"/>
                <a:gd name="T4" fmla="*/ 253 w 260"/>
                <a:gd name="T5" fmla="*/ 108 h 367"/>
                <a:gd name="T6" fmla="*/ 0 w 260"/>
                <a:gd name="T7" fmla="*/ 0 h 367"/>
                <a:gd name="T8" fmla="*/ 0 w 260"/>
                <a:gd name="T9" fmla="*/ 367 h 367"/>
                <a:gd name="T10" fmla="*/ 260 w 260"/>
                <a:gd name="T11" fmla="*/ 367 h 367"/>
                <a:gd name="T12" fmla="*/ 260 w 260"/>
                <a:gd name="T13" fmla="*/ 100 h 367"/>
                <a:gd name="T14" fmla="*/ 161 w 260"/>
                <a:gd name="T15" fmla="*/ 1 h 367"/>
                <a:gd name="T16" fmla="*/ 0 w 260"/>
                <a:gd name="T17" fmla="*/ 0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 h="367">
                  <a:moveTo>
                    <a:pt x="153" y="7"/>
                  </a:moveTo>
                  <a:lnTo>
                    <a:pt x="153" y="108"/>
                  </a:lnTo>
                  <a:lnTo>
                    <a:pt x="253" y="108"/>
                  </a:lnTo>
                  <a:moveTo>
                    <a:pt x="0" y="0"/>
                  </a:moveTo>
                  <a:lnTo>
                    <a:pt x="0" y="367"/>
                  </a:lnTo>
                  <a:lnTo>
                    <a:pt x="260" y="367"/>
                  </a:lnTo>
                  <a:lnTo>
                    <a:pt x="260" y="100"/>
                  </a:lnTo>
                  <a:lnTo>
                    <a:pt x="161" y="1"/>
                  </a:lnTo>
                  <a:lnTo>
                    <a:pt x="0" y="0"/>
                  </a:lnTo>
                  <a:close/>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grpSp>
          <p:nvGrpSpPr>
            <p:cNvPr id="11" name="Navigation Buttons"/>
            <p:cNvGrpSpPr/>
            <p:nvPr/>
          </p:nvGrpSpPr>
          <p:grpSpPr>
            <a:xfrm>
              <a:off x="671443" y="1437706"/>
              <a:ext cx="385884" cy="110078"/>
              <a:chOff x="671443" y="1437706"/>
              <a:chExt cx="385884" cy="110078"/>
            </a:xfrm>
          </p:grpSpPr>
          <p:sp>
            <p:nvSpPr>
              <p:cNvPr id="12" name="Back Button" descr="&lt;SmartSettings&gt;&lt;SmartResize anchorLeft=&quot;Absolute&quot; anchorTop=&quot;Absolute&quot; anchorRight=&quot;None&quot; anchorBottom=&quot;None&quot; /&gt;&lt;/SmartSettings&gt;"/>
              <p:cNvSpPr>
                <a:spLocks noChangeAspect="1" noEditPoints="1"/>
              </p:cNvSpPr>
              <p:nvPr>
                <p:custDataLst>
                  <p:tags r:id="rId8"/>
                </p:custDataLst>
              </p:nvPr>
            </p:nvSpPr>
            <p:spPr bwMode="auto">
              <a:xfrm>
                <a:off x="671443" y="1454370"/>
                <a:ext cx="91695" cy="76751"/>
              </a:xfrm>
              <a:custGeom>
                <a:avLst/>
                <a:gdLst>
                  <a:gd name="T0" fmla="*/ 159 w 423"/>
                  <a:gd name="T1" fmla="*/ 332 h 332"/>
                  <a:gd name="T2" fmla="*/ 0 w 423"/>
                  <a:gd name="T3" fmla="*/ 166 h 332"/>
                  <a:gd name="T4" fmla="*/ 159 w 423"/>
                  <a:gd name="T5" fmla="*/ 0 h 332"/>
                  <a:gd name="T6" fmla="*/ 15 w 423"/>
                  <a:gd name="T7" fmla="*/ 166 h 332"/>
                  <a:gd name="T8" fmla="*/ 423 w 423"/>
                  <a:gd name="T9" fmla="*/ 166 h 332"/>
                </a:gdLst>
                <a:ahLst/>
                <a:cxnLst>
                  <a:cxn ang="0">
                    <a:pos x="T0" y="T1"/>
                  </a:cxn>
                  <a:cxn ang="0">
                    <a:pos x="T2" y="T3"/>
                  </a:cxn>
                  <a:cxn ang="0">
                    <a:pos x="T4" y="T5"/>
                  </a:cxn>
                  <a:cxn ang="0">
                    <a:pos x="T6" y="T7"/>
                  </a:cxn>
                  <a:cxn ang="0">
                    <a:pos x="T8" y="T9"/>
                  </a:cxn>
                </a:cxnLst>
                <a:rect l="0" t="0" r="r" b="b"/>
                <a:pathLst>
                  <a:path w="423" h="332">
                    <a:moveTo>
                      <a:pt x="159" y="332"/>
                    </a:moveTo>
                    <a:lnTo>
                      <a:pt x="0" y="166"/>
                    </a:lnTo>
                    <a:lnTo>
                      <a:pt x="159" y="0"/>
                    </a:lnTo>
                    <a:moveTo>
                      <a:pt x="15" y="166"/>
                    </a:moveTo>
                    <a:lnTo>
                      <a:pt x="423" y="166"/>
                    </a:lnTo>
                  </a:path>
                </a:pathLst>
              </a:custGeom>
              <a:noFill/>
              <a:ln w="6350" cap="sq">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13" name="Forward Button" descr="&lt;SmartSettings&gt;&lt;SmartResize anchorLeft=&quot;Absolute&quot; anchorTop=&quot;Absolute&quot; anchorRight=&quot;None&quot; anchorBottom=&quot;None&quot; /&gt;&lt;/SmartSettings&gt;"/>
              <p:cNvSpPr>
                <a:spLocks noChangeAspect="1" noEditPoints="1"/>
              </p:cNvSpPr>
              <p:nvPr>
                <p:custDataLst>
                  <p:tags r:id="rId9"/>
                </p:custDataLst>
              </p:nvPr>
            </p:nvSpPr>
            <p:spPr bwMode="auto">
              <a:xfrm>
                <a:off x="816627" y="1454370"/>
                <a:ext cx="91695" cy="76751"/>
              </a:xfrm>
              <a:custGeom>
                <a:avLst/>
                <a:gdLst>
                  <a:gd name="T0" fmla="*/ 265 w 423"/>
                  <a:gd name="T1" fmla="*/ 0 h 332"/>
                  <a:gd name="T2" fmla="*/ 423 w 423"/>
                  <a:gd name="T3" fmla="*/ 166 h 332"/>
                  <a:gd name="T4" fmla="*/ 265 w 423"/>
                  <a:gd name="T5" fmla="*/ 332 h 332"/>
                  <a:gd name="T6" fmla="*/ 408 w 423"/>
                  <a:gd name="T7" fmla="*/ 166 h 332"/>
                  <a:gd name="T8" fmla="*/ 0 w 423"/>
                  <a:gd name="T9" fmla="*/ 166 h 332"/>
                </a:gdLst>
                <a:ahLst/>
                <a:cxnLst>
                  <a:cxn ang="0">
                    <a:pos x="T0" y="T1"/>
                  </a:cxn>
                  <a:cxn ang="0">
                    <a:pos x="T2" y="T3"/>
                  </a:cxn>
                  <a:cxn ang="0">
                    <a:pos x="T4" y="T5"/>
                  </a:cxn>
                  <a:cxn ang="0">
                    <a:pos x="T6" y="T7"/>
                  </a:cxn>
                  <a:cxn ang="0">
                    <a:pos x="T8" y="T9"/>
                  </a:cxn>
                </a:cxnLst>
                <a:rect l="0" t="0" r="r" b="b"/>
                <a:pathLst>
                  <a:path w="423" h="332">
                    <a:moveTo>
                      <a:pt x="265" y="0"/>
                    </a:moveTo>
                    <a:lnTo>
                      <a:pt x="423" y="166"/>
                    </a:lnTo>
                    <a:lnTo>
                      <a:pt x="265" y="332"/>
                    </a:lnTo>
                    <a:moveTo>
                      <a:pt x="408" y="166"/>
                    </a:moveTo>
                    <a:lnTo>
                      <a:pt x="0" y="166"/>
                    </a:lnTo>
                  </a:path>
                </a:pathLst>
              </a:custGeom>
              <a:noFill/>
              <a:ln w="6350" cap="sq">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14" name="Reload Button" descr="&lt;SmartSettings&gt;&lt;SmartResize anchorLeft=&quot;Absolute&quot; anchorTop=&quot;Absolute&quot; anchorRight=&quot;None&quot; anchorBottom=&quot;None&quot; /&gt;&lt;/SmartSettings&gt;"/>
              <p:cNvSpPr>
                <a:spLocks noChangeAspect="1" noEditPoints="1"/>
              </p:cNvSpPr>
              <p:nvPr>
                <p:custDataLst>
                  <p:tags r:id="rId10"/>
                </p:custDataLst>
              </p:nvPr>
            </p:nvSpPr>
            <p:spPr bwMode="auto">
              <a:xfrm>
                <a:off x="961811" y="1437706"/>
                <a:ext cx="95516" cy="110078"/>
              </a:xfrm>
              <a:custGeom>
                <a:avLst/>
                <a:gdLst>
                  <a:gd name="T0" fmla="*/ 441 w 441"/>
                  <a:gd name="T1" fmla="*/ 7 h 474"/>
                  <a:gd name="T2" fmla="*/ 441 w 441"/>
                  <a:gd name="T3" fmla="*/ 144 h 474"/>
                  <a:gd name="T4" fmla="*/ 296 w 441"/>
                  <a:gd name="T5" fmla="*/ 144 h 474"/>
                  <a:gd name="T6" fmla="*/ 438 w 441"/>
                  <a:gd name="T7" fmla="*/ 309 h 474"/>
                  <a:gd name="T8" fmla="*/ 166 w 441"/>
                  <a:gd name="T9" fmla="*/ 434 h 474"/>
                  <a:gd name="T10" fmla="*/ 41 w 441"/>
                  <a:gd name="T11" fmla="*/ 162 h 474"/>
                  <a:gd name="T12" fmla="*/ 313 w 441"/>
                  <a:gd name="T13" fmla="*/ 37 h 474"/>
                  <a:gd name="T14" fmla="*/ 428 w 441"/>
                  <a:gd name="T15" fmla="*/ 139 h 4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1" h="474">
                    <a:moveTo>
                      <a:pt x="441" y="7"/>
                    </a:moveTo>
                    <a:lnTo>
                      <a:pt x="441" y="144"/>
                    </a:lnTo>
                    <a:lnTo>
                      <a:pt x="296" y="144"/>
                    </a:lnTo>
                    <a:moveTo>
                      <a:pt x="438" y="309"/>
                    </a:moveTo>
                    <a:cubicBezTo>
                      <a:pt x="397" y="418"/>
                      <a:pt x="276" y="474"/>
                      <a:pt x="166" y="434"/>
                    </a:cubicBezTo>
                    <a:cubicBezTo>
                      <a:pt x="56" y="393"/>
                      <a:pt x="0" y="271"/>
                      <a:pt x="41" y="162"/>
                    </a:cubicBezTo>
                    <a:cubicBezTo>
                      <a:pt x="82" y="52"/>
                      <a:pt x="202" y="0"/>
                      <a:pt x="313" y="37"/>
                    </a:cubicBezTo>
                    <a:cubicBezTo>
                      <a:pt x="357" y="51"/>
                      <a:pt x="398" y="91"/>
                      <a:pt x="428" y="139"/>
                    </a:cubicBezTo>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grpSp>
      </p:grpSp>
      <p:grpSp>
        <p:nvGrpSpPr>
          <p:cNvPr id="70" name="Jumbotron Example"/>
          <p:cNvGrpSpPr/>
          <p:nvPr/>
        </p:nvGrpSpPr>
        <p:grpSpPr>
          <a:xfrm>
            <a:off x="1394308" y="621626"/>
            <a:ext cx="9239257" cy="6042755"/>
            <a:chOff x="1476371" y="363604"/>
            <a:chExt cx="9239257" cy="6130793"/>
          </a:xfrm>
        </p:grpSpPr>
        <p:sp>
          <p:nvSpPr>
            <p:cNvPr id="71" name="Navbar Shape"/>
            <p:cNvSpPr/>
            <p:nvPr/>
          </p:nvSpPr>
          <p:spPr>
            <a:xfrm>
              <a:off x="1476372" y="363604"/>
              <a:ext cx="9239256" cy="495300"/>
            </a:xfrm>
            <a:prstGeom prst="roundRect">
              <a:avLst>
                <a:gd name="adj" fmla="val 0"/>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28016" tIns="45720" rIns="128016"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400" dirty="0" err="1" smtClean="0">
                  <a:solidFill>
                    <a:srgbClr val="5F5F5F"/>
                  </a:solidFill>
                  <a:latin typeface="Segoe UI" panose="020B0502040204020203" pitchFamily="34" charset="0"/>
                  <a:cs typeface="Segoe UI" panose="020B0502040204020203" pitchFamily="34" charset="0"/>
                </a:rPr>
                <a:t>Webshop</a:t>
              </a:r>
              <a:r>
                <a:rPr lang="en-US" sz="1400" dirty="0" smtClean="0">
                  <a:solidFill>
                    <a:srgbClr val="5F5F5F"/>
                  </a:solidFill>
                  <a:latin typeface="Segoe UI" panose="020B0502040204020203" pitchFamily="34" charset="0"/>
                  <a:cs typeface="Segoe UI" panose="020B0502040204020203" pitchFamily="34" charset="0"/>
                </a:rPr>
                <a:t> </a:t>
              </a:r>
              <a:r>
                <a:rPr lang="en-US" sz="1400" dirty="0" err="1" smtClean="0">
                  <a:solidFill>
                    <a:srgbClr val="5F5F5F"/>
                  </a:solidFill>
                  <a:latin typeface="Segoe UI" panose="020B0502040204020203" pitchFamily="34" charset="0"/>
                  <a:cs typeface="Segoe UI" panose="020B0502040204020203" pitchFamily="34" charset="0"/>
                </a:rPr>
                <a:t>Forside</a:t>
              </a:r>
              <a:endParaRPr lang="en-US" sz="1400" dirty="0" smtClean="0">
                <a:solidFill>
                  <a:srgbClr val="5F5F5F"/>
                </a:solidFill>
                <a:latin typeface="Segoe UI" panose="020B0502040204020203" pitchFamily="34" charset="0"/>
                <a:cs typeface="Segoe UI" panose="020B0502040204020203" pitchFamily="34" charset="0"/>
              </a:endParaRPr>
            </a:p>
          </p:txBody>
        </p:sp>
        <p:sp>
          <p:nvSpPr>
            <p:cNvPr id="73" name="Button"/>
            <p:cNvSpPr/>
            <p:nvPr/>
          </p:nvSpPr>
          <p:spPr>
            <a:xfrm>
              <a:off x="9965402" y="453723"/>
              <a:ext cx="648588" cy="315063"/>
            </a:xfrm>
            <a:prstGeom prst="roundRect">
              <a:avLst>
                <a:gd name="adj" fmla="val 11182"/>
              </a:avLst>
            </a:prstGeom>
            <a:solidFill>
              <a:schemeClr val="accent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64008" rIns="91440"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dirty="0" smtClean="0">
                  <a:solidFill>
                    <a:srgbClr val="5F5F5F"/>
                  </a:solidFill>
                  <a:latin typeface="Segoe UI" panose="020B0502040204020203" pitchFamily="34" charset="0"/>
                  <a:cs typeface="Segoe UI" panose="020B0502040204020203" pitchFamily="34" charset="0"/>
                </a:rPr>
                <a:t>Log </a:t>
              </a:r>
              <a:r>
                <a:rPr lang="en-US" sz="1050" dirty="0" err="1" smtClean="0">
                  <a:solidFill>
                    <a:srgbClr val="5F5F5F"/>
                  </a:solidFill>
                  <a:latin typeface="Segoe UI" panose="020B0502040204020203" pitchFamily="34" charset="0"/>
                  <a:cs typeface="Segoe UI" panose="020B0502040204020203" pitchFamily="34" charset="0"/>
                </a:rPr>
                <a:t>ind</a:t>
              </a:r>
              <a:endParaRPr lang="en-US" sz="1050" dirty="0" smtClean="0">
                <a:solidFill>
                  <a:srgbClr val="5F5F5F"/>
                </a:solidFill>
                <a:latin typeface="Segoe UI" panose="020B0502040204020203" pitchFamily="34" charset="0"/>
                <a:cs typeface="Segoe UI" panose="020B0502040204020203" pitchFamily="34" charset="0"/>
              </a:endParaRPr>
            </a:p>
          </p:txBody>
        </p:sp>
        <p:sp>
          <p:nvSpPr>
            <p:cNvPr id="89" name="Jumbotron"/>
            <p:cNvSpPr/>
            <p:nvPr/>
          </p:nvSpPr>
          <p:spPr>
            <a:xfrm>
              <a:off x="1476371" y="1439397"/>
              <a:ext cx="9239256" cy="2255367"/>
            </a:xfrm>
            <a:prstGeom prst="roundRect">
              <a:avLst>
                <a:gd name="adj" fmla="val 2079"/>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548640" tIns="274320" rIns="548640" bIns="2743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spcAft>
                  <a:spcPts val="1200"/>
                </a:spcAft>
              </a:pPr>
              <a:r>
                <a:rPr lang="en-US" sz="4600" dirty="0" err="1" smtClean="0">
                  <a:solidFill>
                    <a:srgbClr val="5F5F5F"/>
                  </a:solidFill>
                  <a:latin typeface="Segoe UI" panose="020B0502040204020203" pitchFamily="34" charset="0"/>
                  <a:cs typeface="Segoe UI" panose="020B0502040204020203" pitchFamily="34" charset="0"/>
                </a:rPr>
                <a:t>Velkommen</a:t>
              </a:r>
              <a:r>
                <a:rPr lang="en-US" sz="4600" dirty="0" smtClean="0">
                  <a:solidFill>
                    <a:srgbClr val="5F5F5F"/>
                  </a:solidFill>
                  <a:latin typeface="Segoe UI" panose="020B0502040204020203" pitchFamily="34" charset="0"/>
                  <a:cs typeface="Segoe UI" panose="020B0502040204020203" pitchFamily="34" charset="0"/>
                </a:rPr>
                <a:t> </a:t>
              </a:r>
              <a:r>
                <a:rPr lang="en-US" sz="4600" dirty="0" err="1" smtClean="0">
                  <a:solidFill>
                    <a:srgbClr val="5F5F5F"/>
                  </a:solidFill>
                  <a:latin typeface="Segoe UI" panose="020B0502040204020203" pitchFamily="34" charset="0"/>
                  <a:cs typeface="Segoe UI" panose="020B0502040204020203" pitchFamily="34" charset="0"/>
                </a:rPr>
                <a:t>til</a:t>
              </a:r>
              <a:r>
                <a:rPr lang="en-US" sz="4600" dirty="0">
                  <a:solidFill>
                    <a:srgbClr val="5F5F5F"/>
                  </a:solidFill>
                  <a:latin typeface="Segoe UI" panose="020B0502040204020203" pitchFamily="34" charset="0"/>
                  <a:cs typeface="Segoe UI" panose="020B0502040204020203" pitchFamily="34" charset="0"/>
                </a:rPr>
                <a:t> </a:t>
              </a:r>
              <a:r>
                <a:rPr lang="en-US" sz="4600" dirty="0" err="1" smtClean="0">
                  <a:solidFill>
                    <a:srgbClr val="5F5F5F"/>
                  </a:solidFill>
                  <a:latin typeface="Segoe UI" panose="020B0502040204020203" pitchFamily="34" charset="0"/>
                  <a:cs typeface="Segoe UI" panose="020B0502040204020203" pitchFamily="34" charset="0"/>
                </a:rPr>
                <a:t>vores</a:t>
              </a:r>
              <a:r>
                <a:rPr lang="en-US" sz="4600" dirty="0" smtClean="0">
                  <a:solidFill>
                    <a:srgbClr val="5F5F5F"/>
                  </a:solidFill>
                  <a:latin typeface="Segoe UI" panose="020B0502040204020203" pitchFamily="34" charset="0"/>
                  <a:cs typeface="Segoe UI" panose="020B0502040204020203" pitchFamily="34" charset="0"/>
                </a:rPr>
                <a:t> </a:t>
              </a:r>
              <a:r>
                <a:rPr lang="en-US" sz="4600" dirty="0" err="1" smtClean="0">
                  <a:solidFill>
                    <a:srgbClr val="5F5F5F"/>
                  </a:solidFill>
                  <a:latin typeface="Segoe UI" panose="020B0502040204020203" pitchFamily="34" charset="0"/>
                  <a:cs typeface="Segoe UI" panose="020B0502040204020203" pitchFamily="34" charset="0"/>
                </a:rPr>
                <a:t>Webshop</a:t>
              </a:r>
              <a:endParaRPr lang="en-US" sz="4600" dirty="0">
                <a:solidFill>
                  <a:srgbClr val="5F5F5F"/>
                </a:solidFill>
                <a:latin typeface="Segoe UI" panose="020B0502040204020203" pitchFamily="34" charset="0"/>
                <a:cs typeface="Segoe UI" panose="020B0502040204020203" pitchFamily="34" charset="0"/>
              </a:endParaRPr>
            </a:p>
            <a:p>
              <a:pPr>
                <a:spcAft>
                  <a:spcPts val="600"/>
                </a:spcAft>
              </a:pPr>
              <a:r>
                <a:rPr lang="en-US" sz="1600" dirty="0">
                  <a:solidFill>
                    <a:srgbClr val="5F5F5F"/>
                  </a:solidFill>
                  <a:latin typeface="Segoe UI" panose="020B0502040204020203" pitchFamily="34" charset="0"/>
                  <a:cs typeface="Segoe UI" panose="020B0502040204020203" pitchFamily="34" charset="0"/>
                </a:rPr>
                <a:t>This is a template for a simple marketing or informational website. It includes a large callout called a jumbotron and three supporting pieces of content. Use it as a starting point to create something more unique.</a:t>
              </a:r>
              <a:endParaRPr lang="en-US" sz="1600" dirty="0" smtClean="0">
                <a:solidFill>
                  <a:srgbClr val="5F5F5F"/>
                </a:solidFill>
                <a:latin typeface="Segoe UI" panose="020B0502040204020203" pitchFamily="34" charset="0"/>
                <a:cs typeface="Segoe UI" panose="020B0502040204020203" pitchFamily="34" charset="0"/>
              </a:endParaRPr>
            </a:p>
          </p:txBody>
        </p:sp>
        <p:sp>
          <p:nvSpPr>
            <p:cNvPr id="76" name="h2"/>
            <p:cNvSpPr txBox="1"/>
            <p:nvPr/>
          </p:nvSpPr>
          <p:spPr>
            <a:xfrm>
              <a:off x="1615609" y="3975541"/>
              <a:ext cx="1279133" cy="343486"/>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dirty="0" err="1" smtClean="0">
                  <a:solidFill>
                    <a:srgbClr val="5F5F5F"/>
                  </a:solidFill>
                  <a:latin typeface="Segoe UI Semibold" panose="020B0702040204020203" pitchFamily="34" charset="0"/>
                  <a:cs typeface="Segoe UI Semibold" panose="020B0702040204020203" pitchFamily="34" charset="0"/>
                </a:rPr>
                <a:t>Kategori</a:t>
              </a:r>
              <a:r>
                <a:rPr lang="en-US" sz="2200" dirty="0" smtClean="0">
                  <a:solidFill>
                    <a:srgbClr val="5F5F5F"/>
                  </a:solidFill>
                  <a:latin typeface="Segoe UI Semibold" panose="020B0702040204020203" pitchFamily="34" charset="0"/>
                  <a:cs typeface="Segoe UI Semibold" panose="020B0702040204020203" pitchFamily="34" charset="0"/>
                </a:rPr>
                <a:t> 1</a:t>
              </a:r>
            </a:p>
          </p:txBody>
        </p:sp>
        <p:sp>
          <p:nvSpPr>
            <p:cNvPr id="77" name="Body Copy"/>
            <p:cNvSpPr txBox="1"/>
            <p:nvPr/>
          </p:nvSpPr>
          <p:spPr>
            <a:xfrm>
              <a:off x="1624987" y="4375803"/>
              <a:ext cx="2788262" cy="121187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r>
                <a:rPr lang="en-US" sz="1050" noProof="1">
                  <a:solidFill>
                    <a:srgbClr val="5F5F5F"/>
                  </a:solidFill>
                  <a:latin typeface="Segoe UI" panose="020B0502040204020203" pitchFamily="34" charset="0"/>
                  <a:cs typeface="Segoe UI" panose="020B0502040204020203" pitchFamily="34" charset="0"/>
                </a:rPr>
                <a:t>Donec id elit non mi porta gravida at eget metus. Fusce dapibus, tellus ac cursus commodo, tortor mauris condimentum nibh, ut fermentum massa justo sit amet risus. Etiam porta sem malesuada magna mollis euismod. Donec sed odio dui</a:t>
              </a:r>
              <a:r>
                <a:rPr lang="en-US" sz="1050" noProof="1" smtClean="0">
                  <a:solidFill>
                    <a:srgbClr val="5F5F5F"/>
                  </a:solidFill>
                  <a:latin typeface="Segoe UI" panose="020B0502040204020203" pitchFamily="34" charset="0"/>
                  <a:cs typeface="Segoe UI" panose="020B0502040204020203" pitchFamily="34" charset="0"/>
                </a:rPr>
                <a:t>.</a:t>
              </a:r>
            </a:p>
          </p:txBody>
        </p:sp>
        <p:sp>
          <p:nvSpPr>
            <p:cNvPr id="78" name="Button"/>
            <p:cNvSpPr/>
            <p:nvPr/>
          </p:nvSpPr>
          <p:spPr>
            <a:xfrm>
              <a:off x="1624987" y="5647119"/>
              <a:ext cx="1253048" cy="315063"/>
            </a:xfrm>
            <a:prstGeom prst="roundRect">
              <a:avLst>
                <a:gd name="adj" fmla="val 11182"/>
              </a:avLst>
            </a:prstGeom>
            <a:solidFill>
              <a:schemeClr val="accent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64008" rIns="91440"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dirty="0" err="1" smtClean="0">
                  <a:solidFill>
                    <a:srgbClr val="5F5F5F"/>
                  </a:solidFill>
                  <a:latin typeface="Segoe UI" panose="020B0502040204020203" pitchFamily="34" charset="0"/>
                  <a:cs typeface="Segoe UI" panose="020B0502040204020203" pitchFamily="34" charset="0"/>
                </a:rPr>
                <a:t>Gå</a:t>
              </a:r>
              <a:r>
                <a:rPr lang="en-US" sz="1050" dirty="0">
                  <a:solidFill>
                    <a:srgbClr val="5F5F5F"/>
                  </a:solidFill>
                  <a:latin typeface="Segoe UI" panose="020B0502040204020203" pitchFamily="34" charset="0"/>
                  <a:cs typeface="Segoe UI" panose="020B0502040204020203" pitchFamily="34" charset="0"/>
                </a:rPr>
                <a:t> </a:t>
              </a:r>
              <a:r>
                <a:rPr lang="en-US" sz="1050" dirty="0" err="1" smtClean="0">
                  <a:solidFill>
                    <a:srgbClr val="5F5F5F"/>
                  </a:solidFill>
                  <a:latin typeface="Segoe UI" panose="020B0502040204020203" pitchFamily="34" charset="0"/>
                  <a:cs typeface="Segoe UI" panose="020B0502040204020203" pitchFamily="34" charset="0"/>
                </a:rPr>
                <a:t>til</a:t>
              </a:r>
              <a:r>
                <a:rPr lang="en-US" sz="1050" dirty="0" smtClean="0">
                  <a:solidFill>
                    <a:srgbClr val="5F5F5F"/>
                  </a:solidFill>
                  <a:latin typeface="Segoe UI" panose="020B0502040204020203" pitchFamily="34" charset="0"/>
                  <a:cs typeface="Segoe UI" panose="020B0502040204020203" pitchFamily="34" charset="0"/>
                </a:rPr>
                <a:t> </a:t>
              </a:r>
              <a:r>
                <a:rPr lang="en-US" sz="1050" dirty="0" err="1" smtClean="0">
                  <a:solidFill>
                    <a:srgbClr val="5F5F5F"/>
                  </a:solidFill>
                  <a:latin typeface="Segoe UI" panose="020B0502040204020203" pitchFamily="34" charset="0"/>
                  <a:cs typeface="Segoe UI" panose="020B0502040204020203" pitchFamily="34" charset="0"/>
                </a:rPr>
                <a:t>Kategori</a:t>
              </a:r>
              <a:r>
                <a:rPr lang="en-US" sz="1050" dirty="0" smtClean="0">
                  <a:solidFill>
                    <a:srgbClr val="5F5F5F"/>
                  </a:solidFill>
                  <a:latin typeface="Segoe UI" panose="020B0502040204020203" pitchFamily="34" charset="0"/>
                  <a:cs typeface="Segoe UI" panose="020B0502040204020203" pitchFamily="34" charset="0"/>
                </a:rPr>
                <a:t> 1»</a:t>
              </a:r>
            </a:p>
          </p:txBody>
        </p:sp>
        <p:sp>
          <p:nvSpPr>
            <p:cNvPr id="79" name="h2"/>
            <p:cNvSpPr txBox="1"/>
            <p:nvPr/>
          </p:nvSpPr>
          <p:spPr>
            <a:xfrm>
              <a:off x="4698998" y="3975541"/>
              <a:ext cx="1322413" cy="343486"/>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dirty="0" err="1" smtClean="0">
                  <a:solidFill>
                    <a:srgbClr val="5F5F5F"/>
                  </a:solidFill>
                  <a:latin typeface="Segoe UI Semibold" panose="020B0702040204020203" pitchFamily="34" charset="0"/>
                  <a:cs typeface="Segoe UI Semibold" panose="020B0702040204020203" pitchFamily="34" charset="0"/>
                </a:rPr>
                <a:t>Kategori</a:t>
              </a:r>
              <a:r>
                <a:rPr lang="en-US" sz="2200" dirty="0" smtClean="0">
                  <a:solidFill>
                    <a:srgbClr val="5F5F5F"/>
                  </a:solidFill>
                  <a:latin typeface="Segoe UI Semibold" panose="020B0702040204020203" pitchFamily="34" charset="0"/>
                  <a:cs typeface="Segoe UI Semibold" panose="020B0702040204020203" pitchFamily="34" charset="0"/>
                </a:rPr>
                <a:t> 2</a:t>
              </a:r>
            </a:p>
          </p:txBody>
        </p:sp>
        <p:sp>
          <p:nvSpPr>
            <p:cNvPr id="80" name="Body Copy"/>
            <p:cNvSpPr txBox="1"/>
            <p:nvPr/>
          </p:nvSpPr>
          <p:spPr>
            <a:xfrm>
              <a:off x="4708376" y="4375803"/>
              <a:ext cx="2788262" cy="121187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r>
                <a:rPr lang="en-US" sz="1050" noProof="1">
                  <a:solidFill>
                    <a:srgbClr val="5F5F5F"/>
                  </a:solidFill>
                  <a:latin typeface="Segoe UI" panose="020B0502040204020203" pitchFamily="34" charset="0"/>
                  <a:cs typeface="Segoe UI" panose="020B0502040204020203" pitchFamily="34" charset="0"/>
                </a:rPr>
                <a:t>Donec id elit non mi porta gravida at eget metus. Fusce dapibus, tellus ac cursus commodo, tortor mauris condimentum nibh, ut fermentum massa justo sit amet risus. Etiam porta sem malesuada magna mollis euismod. Donec sed odio dui</a:t>
              </a:r>
              <a:r>
                <a:rPr lang="en-US" sz="1050" noProof="1" smtClean="0">
                  <a:solidFill>
                    <a:srgbClr val="5F5F5F"/>
                  </a:solidFill>
                  <a:latin typeface="Segoe UI" panose="020B0502040204020203" pitchFamily="34" charset="0"/>
                  <a:cs typeface="Segoe UI" panose="020B0502040204020203" pitchFamily="34" charset="0"/>
                </a:rPr>
                <a:t>.</a:t>
              </a:r>
            </a:p>
          </p:txBody>
        </p:sp>
        <p:sp>
          <p:nvSpPr>
            <p:cNvPr id="81" name="Button"/>
            <p:cNvSpPr/>
            <p:nvPr/>
          </p:nvSpPr>
          <p:spPr>
            <a:xfrm>
              <a:off x="4708376" y="5647119"/>
              <a:ext cx="1215822" cy="315063"/>
            </a:xfrm>
            <a:prstGeom prst="roundRect">
              <a:avLst>
                <a:gd name="adj" fmla="val 11182"/>
              </a:avLst>
            </a:prstGeom>
            <a:solidFill>
              <a:schemeClr val="accent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64008" rIns="91440"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dirty="0" err="1">
                  <a:solidFill>
                    <a:srgbClr val="5F5F5F"/>
                  </a:solidFill>
                  <a:latin typeface="Segoe UI" panose="020B0502040204020203" pitchFamily="34" charset="0"/>
                  <a:cs typeface="Segoe UI" panose="020B0502040204020203" pitchFamily="34" charset="0"/>
                </a:rPr>
                <a:t>Gå</a:t>
              </a:r>
              <a:r>
                <a:rPr lang="en-US" sz="1050" dirty="0">
                  <a:solidFill>
                    <a:srgbClr val="5F5F5F"/>
                  </a:solidFill>
                  <a:latin typeface="Segoe UI" panose="020B0502040204020203" pitchFamily="34" charset="0"/>
                  <a:cs typeface="Segoe UI" panose="020B0502040204020203" pitchFamily="34" charset="0"/>
                </a:rPr>
                <a:t> </a:t>
              </a:r>
              <a:r>
                <a:rPr lang="en-US" sz="1050" dirty="0" err="1">
                  <a:solidFill>
                    <a:srgbClr val="5F5F5F"/>
                  </a:solidFill>
                  <a:latin typeface="Segoe UI" panose="020B0502040204020203" pitchFamily="34" charset="0"/>
                  <a:cs typeface="Segoe UI" panose="020B0502040204020203" pitchFamily="34" charset="0"/>
                </a:rPr>
                <a:t>til</a:t>
              </a:r>
              <a:r>
                <a:rPr lang="en-US" sz="1050" dirty="0">
                  <a:solidFill>
                    <a:srgbClr val="5F5F5F"/>
                  </a:solidFill>
                  <a:latin typeface="Segoe UI" panose="020B0502040204020203" pitchFamily="34" charset="0"/>
                  <a:cs typeface="Segoe UI" panose="020B0502040204020203" pitchFamily="34" charset="0"/>
                </a:rPr>
                <a:t> </a:t>
              </a:r>
              <a:r>
                <a:rPr lang="en-US" sz="1050" dirty="0" err="1">
                  <a:solidFill>
                    <a:srgbClr val="5F5F5F"/>
                  </a:solidFill>
                  <a:latin typeface="Segoe UI" panose="020B0502040204020203" pitchFamily="34" charset="0"/>
                  <a:cs typeface="Segoe UI" panose="020B0502040204020203" pitchFamily="34" charset="0"/>
                </a:rPr>
                <a:t>Kategori</a:t>
              </a:r>
              <a:r>
                <a:rPr lang="en-US" sz="1050" dirty="0">
                  <a:solidFill>
                    <a:srgbClr val="5F5F5F"/>
                  </a:solidFill>
                  <a:latin typeface="Segoe UI" panose="020B0502040204020203" pitchFamily="34" charset="0"/>
                  <a:cs typeface="Segoe UI" panose="020B0502040204020203" pitchFamily="34" charset="0"/>
                </a:rPr>
                <a:t> </a:t>
              </a:r>
              <a:r>
                <a:rPr lang="en-US" sz="1050" dirty="0" smtClean="0">
                  <a:solidFill>
                    <a:srgbClr val="5F5F5F"/>
                  </a:solidFill>
                  <a:latin typeface="Segoe UI" panose="020B0502040204020203" pitchFamily="34" charset="0"/>
                  <a:cs typeface="Segoe UI" panose="020B0502040204020203" pitchFamily="34" charset="0"/>
                </a:rPr>
                <a:t>2»</a:t>
              </a:r>
              <a:endParaRPr lang="en-US" sz="1050" dirty="0">
                <a:solidFill>
                  <a:srgbClr val="5F5F5F"/>
                </a:solidFill>
                <a:latin typeface="Segoe UI" panose="020B0502040204020203" pitchFamily="34" charset="0"/>
                <a:cs typeface="Segoe UI" panose="020B0502040204020203" pitchFamily="34" charset="0"/>
              </a:endParaRPr>
            </a:p>
          </p:txBody>
        </p:sp>
        <p:sp>
          <p:nvSpPr>
            <p:cNvPr id="82" name="h2"/>
            <p:cNvSpPr txBox="1"/>
            <p:nvPr/>
          </p:nvSpPr>
          <p:spPr>
            <a:xfrm>
              <a:off x="7782387" y="3975541"/>
              <a:ext cx="1322413" cy="343486"/>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dirty="0" err="1" smtClean="0">
                  <a:solidFill>
                    <a:srgbClr val="5F5F5F"/>
                  </a:solidFill>
                  <a:latin typeface="Segoe UI Semibold" panose="020B0702040204020203" pitchFamily="34" charset="0"/>
                  <a:cs typeface="Segoe UI Semibold" panose="020B0702040204020203" pitchFamily="34" charset="0"/>
                </a:rPr>
                <a:t>Kategori</a:t>
              </a:r>
              <a:r>
                <a:rPr lang="en-US" sz="2200" dirty="0" smtClean="0">
                  <a:solidFill>
                    <a:srgbClr val="5F5F5F"/>
                  </a:solidFill>
                  <a:latin typeface="Segoe UI Semibold" panose="020B0702040204020203" pitchFamily="34" charset="0"/>
                  <a:cs typeface="Segoe UI Semibold" panose="020B0702040204020203" pitchFamily="34" charset="0"/>
                </a:rPr>
                <a:t> 3</a:t>
              </a:r>
            </a:p>
          </p:txBody>
        </p:sp>
        <p:sp>
          <p:nvSpPr>
            <p:cNvPr id="83" name="Body Copy"/>
            <p:cNvSpPr txBox="1"/>
            <p:nvPr/>
          </p:nvSpPr>
          <p:spPr>
            <a:xfrm>
              <a:off x="7791765" y="4375803"/>
              <a:ext cx="2788262" cy="121187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r>
                <a:rPr lang="en-US" sz="1050" noProof="1">
                  <a:solidFill>
                    <a:srgbClr val="5F5F5F"/>
                  </a:solidFill>
                  <a:latin typeface="Segoe UI" panose="020B0502040204020203" pitchFamily="34" charset="0"/>
                  <a:cs typeface="Segoe UI" panose="020B0502040204020203" pitchFamily="34" charset="0"/>
                </a:rPr>
                <a:t>Donec id elit non mi porta gravida at eget metus. Fusce dapibus, tellus ac cursus commodo, tortor mauris condimentum nibh, ut fermentum massa justo sit amet risus. Etiam porta sem malesuada magna mollis euismod. Donec sed odio dui</a:t>
              </a:r>
              <a:r>
                <a:rPr lang="en-US" sz="1050" noProof="1" smtClean="0">
                  <a:solidFill>
                    <a:srgbClr val="5F5F5F"/>
                  </a:solidFill>
                  <a:latin typeface="Segoe UI" panose="020B0502040204020203" pitchFamily="34" charset="0"/>
                  <a:cs typeface="Segoe UI" panose="020B0502040204020203" pitchFamily="34" charset="0"/>
                </a:rPr>
                <a:t>.</a:t>
              </a:r>
            </a:p>
          </p:txBody>
        </p:sp>
        <p:sp>
          <p:nvSpPr>
            <p:cNvPr id="84" name="Button"/>
            <p:cNvSpPr/>
            <p:nvPr/>
          </p:nvSpPr>
          <p:spPr>
            <a:xfrm>
              <a:off x="7791765" y="5647119"/>
              <a:ext cx="1215822" cy="315063"/>
            </a:xfrm>
            <a:prstGeom prst="roundRect">
              <a:avLst>
                <a:gd name="adj" fmla="val 11182"/>
              </a:avLst>
            </a:prstGeom>
            <a:solidFill>
              <a:schemeClr val="accent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64008" rIns="91440"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dirty="0" err="1">
                  <a:solidFill>
                    <a:srgbClr val="5F5F5F"/>
                  </a:solidFill>
                  <a:latin typeface="Segoe UI" panose="020B0502040204020203" pitchFamily="34" charset="0"/>
                  <a:cs typeface="Segoe UI" panose="020B0502040204020203" pitchFamily="34" charset="0"/>
                </a:rPr>
                <a:t>Gå</a:t>
              </a:r>
              <a:r>
                <a:rPr lang="en-US" sz="1050" dirty="0">
                  <a:solidFill>
                    <a:srgbClr val="5F5F5F"/>
                  </a:solidFill>
                  <a:latin typeface="Segoe UI" panose="020B0502040204020203" pitchFamily="34" charset="0"/>
                  <a:cs typeface="Segoe UI" panose="020B0502040204020203" pitchFamily="34" charset="0"/>
                </a:rPr>
                <a:t> </a:t>
              </a:r>
              <a:r>
                <a:rPr lang="en-US" sz="1050" dirty="0" err="1">
                  <a:solidFill>
                    <a:srgbClr val="5F5F5F"/>
                  </a:solidFill>
                  <a:latin typeface="Segoe UI" panose="020B0502040204020203" pitchFamily="34" charset="0"/>
                  <a:cs typeface="Segoe UI" panose="020B0502040204020203" pitchFamily="34" charset="0"/>
                </a:rPr>
                <a:t>til</a:t>
              </a:r>
              <a:r>
                <a:rPr lang="en-US" sz="1050" dirty="0">
                  <a:solidFill>
                    <a:srgbClr val="5F5F5F"/>
                  </a:solidFill>
                  <a:latin typeface="Segoe UI" panose="020B0502040204020203" pitchFamily="34" charset="0"/>
                  <a:cs typeface="Segoe UI" panose="020B0502040204020203" pitchFamily="34" charset="0"/>
                </a:rPr>
                <a:t> </a:t>
              </a:r>
              <a:r>
                <a:rPr lang="en-US" sz="1050" dirty="0" err="1">
                  <a:solidFill>
                    <a:srgbClr val="5F5F5F"/>
                  </a:solidFill>
                  <a:latin typeface="Segoe UI" panose="020B0502040204020203" pitchFamily="34" charset="0"/>
                  <a:cs typeface="Segoe UI" panose="020B0502040204020203" pitchFamily="34" charset="0"/>
                </a:rPr>
                <a:t>Kategori</a:t>
              </a:r>
              <a:r>
                <a:rPr lang="en-US" sz="1050" dirty="0">
                  <a:solidFill>
                    <a:srgbClr val="5F5F5F"/>
                  </a:solidFill>
                  <a:latin typeface="Segoe UI" panose="020B0502040204020203" pitchFamily="34" charset="0"/>
                  <a:cs typeface="Segoe UI" panose="020B0502040204020203" pitchFamily="34" charset="0"/>
                </a:rPr>
                <a:t> </a:t>
              </a:r>
              <a:r>
                <a:rPr lang="en-US" sz="1050" dirty="0" smtClean="0">
                  <a:solidFill>
                    <a:srgbClr val="5F5F5F"/>
                  </a:solidFill>
                  <a:latin typeface="Segoe UI" panose="020B0502040204020203" pitchFamily="34" charset="0"/>
                  <a:cs typeface="Segoe UI" panose="020B0502040204020203" pitchFamily="34" charset="0"/>
                </a:rPr>
                <a:t>3»</a:t>
              </a:r>
              <a:endParaRPr lang="en-US" sz="1050" dirty="0">
                <a:solidFill>
                  <a:srgbClr val="5F5F5F"/>
                </a:solidFill>
                <a:latin typeface="Segoe UI" panose="020B0502040204020203" pitchFamily="34" charset="0"/>
                <a:cs typeface="Segoe UI" panose="020B0502040204020203" pitchFamily="34" charset="0"/>
              </a:endParaRPr>
            </a:p>
          </p:txBody>
        </p:sp>
        <p:cxnSp>
          <p:nvCxnSpPr>
            <p:cNvPr id="85" name="Line"/>
            <p:cNvCxnSpPr/>
            <p:nvPr/>
          </p:nvCxnSpPr>
          <p:spPr>
            <a:xfrm>
              <a:off x="1476372" y="858904"/>
              <a:ext cx="9239256" cy="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grpSp>
          <p:nvGrpSpPr>
            <p:cNvPr id="86" name="Footer"/>
            <p:cNvGrpSpPr/>
            <p:nvPr/>
          </p:nvGrpSpPr>
          <p:grpSpPr>
            <a:xfrm>
              <a:off x="1476372" y="6239350"/>
              <a:ext cx="9239256" cy="255047"/>
              <a:chOff x="1476372" y="6239350"/>
              <a:chExt cx="9239256" cy="255047"/>
            </a:xfrm>
          </p:grpSpPr>
          <p:cxnSp>
            <p:nvCxnSpPr>
              <p:cNvPr id="87" name="Line"/>
              <p:cNvCxnSpPr/>
              <p:nvPr/>
            </p:nvCxnSpPr>
            <p:spPr>
              <a:xfrm>
                <a:off x="1476372" y="6239350"/>
                <a:ext cx="9239256" cy="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88" name="Copyright"/>
              <p:cNvSpPr txBox="1"/>
              <p:nvPr/>
            </p:nvSpPr>
            <p:spPr>
              <a:xfrm>
                <a:off x="1624987" y="6292419"/>
                <a:ext cx="724557" cy="201978"/>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r>
                  <a:rPr lang="en-US" sz="1050" noProof="1">
                    <a:solidFill>
                      <a:srgbClr val="5F5F5F"/>
                    </a:solidFill>
                    <a:latin typeface="Segoe UI" panose="020B0502040204020203" pitchFamily="34" charset="0"/>
                    <a:cs typeface="Segoe UI" panose="020B0502040204020203" pitchFamily="34" charset="0"/>
                  </a:rPr>
                  <a:t>© Company</a:t>
                </a:r>
                <a:endParaRPr lang="en-US" sz="1050" noProof="1" smtClean="0">
                  <a:solidFill>
                    <a:srgbClr val="5F5F5F"/>
                  </a:solidFill>
                  <a:latin typeface="Segoe UI" panose="020B0502040204020203" pitchFamily="34" charset="0"/>
                  <a:cs typeface="Segoe UI" panose="020B0502040204020203" pitchFamily="34" charset="0"/>
                </a:endParaRPr>
              </a:p>
            </p:txBody>
          </p:sp>
        </p:grpSp>
      </p:grpSp>
      <p:sp>
        <p:nvSpPr>
          <p:cNvPr id="91" name="Breadcrumbs"/>
          <p:cNvSpPr/>
          <p:nvPr/>
        </p:nvSpPr>
        <p:spPr>
          <a:xfrm>
            <a:off x="1394308" y="1201675"/>
            <a:ext cx="9239256" cy="362652"/>
          </a:xfrm>
          <a:prstGeom prst="roundRect">
            <a:avLst>
              <a:gd name="adj" fmla="val 10538"/>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0584" tIns="82296" rIns="100584" bIns="82296"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50" dirty="0" err="1" smtClean="0">
                <a:solidFill>
                  <a:srgbClr val="5B9BD5"/>
                </a:solidFill>
                <a:latin typeface="Segoe UI" panose="020B0502040204020203" pitchFamily="34" charset="0"/>
                <a:cs typeface="Segoe UI" panose="020B0502040204020203" pitchFamily="34" charset="0"/>
              </a:rPr>
              <a:t>Forside</a:t>
            </a:r>
            <a:r>
              <a:rPr lang="en-US" sz="1050" dirty="0" smtClean="0">
                <a:solidFill>
                  <a:srgbClr val="5F5F5F"/>
                </a:solidFill>
                <a:latin typeface="Segoe UI" panose="020B0502040204020203" pitchFamily="34" charset="0"/>
                <a:cs typeface="Segoe UI" panose="020B0502040204020203" pitchFamily="34" charset="0"/>
              </a:rPr>
              <a:t>  /  </a:t>
            </a:r>
            <a:r>
              <a:rPr lang="en-US" sz="1050" dirty="0" err="1" smtClean="0">
                <a:solidFill>
                  <a:srgbClr val="5B9BD5"/>
                </a:solidFill>
                <a:latin typeface="Segoe UI" panose="020B0502040204020203" pitchFamily="34" charset="0"/>
                <a:cs typeface="Segoe UI" panose="020B0502040204020203" pitchFamily="34" charset="0"/>
              </a:rPr>
              <a:t>Kategorier</a:t>
            </a:r>
            <a:r>
              <a:rPr lang="en-US" sz="1050" dirty="0" smtClean="0">
                <a:solidFill>
                  <a:srgbClr val="5F5F5F"/>
                </a:solidFill>
                <a:latin typeface="Segoe UI" panose="020B0502040204020203" pitchFamily="34" charset="0"/>
                <a:cs typeface="Segoe UI" panose="020B0502040204020203" pitchFamily="34" charset="0"/>
              </a:rPr>
              <a:t>  /  </a:t>
            </a:r>
            <a:r>
              <a:rPr lang="en-US" sz="1050" dirty="0" err="1" smtClean="0">
                <a:solidFill>
                  <a:schemeClr val="accent1"/>
                </a:solidFill>
                <a:latin typeface="Segoe UI" panose="020B0502040204020203" pitchFamily="34" charset="0"/>
                <a:cs typeface="Segoe UI" panose="020B0502040204020203" pitchFamily="34" charset="0"/>
              </a:rPr>
              <a:t>Kurv</a:t>
            </a:r>
            <a:endParaRPr lang="en-US" sz="1050" dirty="0" smtClean="0">
              <a:solidFill>
                <a:schemeClr val="accent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6311354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Browser" descr="&lt;SmartSettings&gt;&lt;SmartResize enabled=&quot;True&quot; minWidth=&quot;140&quot; minHeight=&quot;50&quot; /&gt;&lt;/SmartSettings&gt;"/>
          <p:cNvGrpSpPr/>
          <p:nvPr>
            <p:custDataLst>
              <p:tags r:id="rId1"/>
            </p:custDataLst>
          </p:nvPr>
        </p:nvGrpSpPr>
        <p:grpSpPr>
          <a:xfrm>
            <a:off x="522660" y="0"/>
            <a:ext cx="11083185" cy="6842051"/>
            <a:chOff x="595684" y="1261242"/>
            <a:chExt cx="6668462" cy="4352543"/>
          </a:xfrm>
        </p:grpSpPr>
        <p:sp>
          <p:nvSpPr>
            <p:cNvPr id="54" name="Window Body" descr="&lt;SmartSettings&gt;&lt;SmartResize anchorLeft=&quot;Absolute&quot; anchorTop=&quot;Absolute&quot; anchorRight=&quot;Absolute&quot; anchorBottom=&quot;Absolute&quot; /&gt;&lt;/SmartSettings&gt;"/>
            <p:cNvSpPr/>
            <p:nvPr>
              <p:custDataLst>
                <p:tags r:id="rId2"/>
              </p:custDataLst>
            </p:nvPr>
          </p:nvSpPr>
          <p:spPr>
            <a:xfrm>
              <a:off x="595684" y="1601569"/>
              <a:ext cx="6668462" cy="4012216"/>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dirty="0">
                <a:solidFill>
                  <a:srgbClr val="5F5F5F"/>
                </a:solidFill>
                <a:latin typeface="Segoe UI" panose="020B0502040204020203" pitchFamily="34" charset="0"/>
                <a:cs typeface="Segoe UI" panose="020B0502040204020203" pitchFamily="34" charset="0"/>
              </a:endParaRPr>
            </a:p>
          </p:txBody>
        </p:sp>
        <p:sp>
          <p:nvSpPr>
            <p:cNvPr id="55" name="Title Bar" descr="&lt;SmartSettings&gt;&lt;SmartResize anchorLeft=&quot;Absolute&quot; anchorTop=&quot;Absolute&quot; anchorRight=&quot;Absolute&quot; anchorBottom=&quot;None&quot; /&gt;&lt;/SmartSettings&gt;"/>
            <p:cNvSpPr/>
            <p:nvPr>
              <p:custDataLst>
                <p:tags r:id="rId3"/>
              </p:custDataLst>
            </p:nvPr>
          </p:nvSpPr>
          <p:spPr>
            <a:xfrm>
              <a:off x="595685" y="1261242"/>
              <a:ext cx="6668461" cy="341660"/>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22860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900" dirty="0" smtClean="0">
                  <a:solidFill>
                    <a:srgbClr val="5F5F5F"/>
                  </a:solidFill>
                  <a:latin typeface="Segoe UI" panose="020B0502040204020203" pitchFamily="34" charset="0"/>
                  <a:cs typeface="Segoe UI" panose="020B0502040204020203" pitchFamily="34" charset="0"/>
                </a:rPr>
                <a:t>Browser</a:t>
              </a:r>
              <a:endParaRPr lang="en-US" sz="900" dirty="0">
                <a:solidFill>
                  <a:srgbClr val="5F5F5F"/>
                </a:solidFill>
                <a:latin typeface="Segoe UI" panose="020B0502040204020203" pitchFamily="34" charset="0"/>
                <a:cs typeface="Segoe UI" panose="020B0502040204020203" pitchFamily="34" charset="0"/>
              </a:endParaRPr>
            </a:p>
          </p:txBody>
        </p:sp>
        <p:sp>
          <p:nvSpPr>
            <p:cNvPr id="56" name="Menu Button" descr="&lt;SmartSettings&gt;&lt;SmartResize anchorLeft=&quot;None&quot; anchorTop=&quot;Absolute&quot; anchorRight=&quot;Absolute&quot; anchorBottom=&quot;None&quot; /&gt;&lt;/SmartSettings&gt;"/>
            <p:cNvSpPr>
              <a:spLocks noChangeAspect="1" noEditPoints="1"/>
            </p:cNvSpPr>
            <p:nvPr>
              <p:custDataLst>
                <p:tags r:id="rId4"/>
              </p:custDataLst>
            </p:nvPr>
          </p:nvSpPr>
          <p:spPr bwMode="auto">
            <a:xfrm>
              <a:off x="7121019" y="1456895"/>
              <a:ext cx="89785" cy="71702"/>
            </a:xfrm>
            <a:custGeom>
              <a:avLst/>
              <a:gdLst>
                <a:gd name="T0" fmla="*/ 0 w 415"/>
                <a:gd name="T1" fmla="*/ 309 h 309"/>
                <a:gd name="T2" fmla="*/ 415 w 415"/>
                <a:gd name="T3" fmla="*/ 309 h 309"/>
                <a:gd name="T4" fmla="*/ 0 w 415"/>
                <a:gd name="T5" fmla="*/ 155 h 309"/>
                <a:gd name="T6" fmla="*/ 415 w 415"/>
                <a:gd name="T7" fmla="*/ 155 h 309"/>
                <a:gd name="T8" fmla="*/ 0 w 415"/>
                <a:gd name="T9" fmla="*/ 0 h 309"/>
                <a:gd name="T10" fmla="*/ 415 w 415"/>
                <a:gd name="T11" fmla="*/ 0 h 309"/>
              </a:gdLst>
              <a:ahLst/>
              <a:cxnLst>
                <a:cxn ang="0">
                  <a:pos x="T0" y="T1"/>
                </a:cxn>
                <a:cxn ang="0">
                  <a:pos x="T2" y="T3"/>
                </a:cxn>
                <a:cxn ang="0">
                  <a:pos x="T4" y="T5"/>
                </a:cxn>
                <a:cxn ang="0">
                  <a:pos x="T6" y="T7"/>
                </a:cxn>
                <a:cxn ang="0">
                  <a:pos x="T8" y="T9"/>
                </a:cxn>
                <a:cxn ang="0">
                  <a:pos x="T10" y="T11"/>
                </a:cxn>
              </a:cxnLst>
              <a:rect l="0" t="0" r="r" b="b"/>
              <a:pathLst>
                <a:path w="415" h="309">
                  <a:moveTo>
                    <a:pt x="0" y="309"/>
                  </a:moveTo>
                  <a:lnTo>
                    <a:pt x="415" y="309"/>
                  </a:lnTo>
                  <a:moveTo>
                    <a:pt x="0" y="155"/>
                  </a:moveTo>
                  <a:lnTo>
                    <a:pt x="415" y="155"/>
                  </a:lnTo>
                  <a:moveTo>
                    <a:pt x="0" y="0"/>
                  </a:moveTo>
                  <a:lnTo>
                    <a:pt x="415" y="0"/>
                  </a:lnTo>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57" name="Close Button" descr="&lt;SmartSettings&gt;&lt;SmartResize anchorLeft=&quot;None&quot; anchorTop=&quot;Absolute&quot; anchorRight=&quot;Absolute&quot; anchorBottom=&quot;None&quot; /&gt;&lt;/SmartSettings&gt;"/>
            <p:cNvSpPr>
              <a:spLocks noEditPoints="1"/>
            </p:cNvSpPr>
            <p:nvPr>
              <p:custDataLst>
                <p:tags r:id="rId5"/>
              </p:custDataLst>
            </p:nvPr>
          </p:nvSpPr>
          <p:spPr bwMode="auto">
            <a:xfrm>
              <a:off x="7137262" y="1306565"/>
              <a:ext cx="59220" cy="60593"/>
            </a:xfrm>
            <a:custGeom>
              <a:avLst/>
              <a:gdLst>
                <a:gd name="T0" fmla="*/ 254 w 254"/>
                <a:gd name="T1" fmla="*/ 0 h 254"/>
                <a:gd name="T2" fmla="*/ 0 w 254"/>
                <a:gd name="T3" fmla="*/ 254 h 254"/>
                <a:gd name="T4" fmla="*/ 0 w 254"/>
                <a:gd name="T5" fmla="*/ 0 h 254"/>
                <a:gd name="T6" fmla="*/ 254 w 254"/>
                <a:gd name="T7" fmla="*/ 254 h 254"/>
              </a:gdLst>
              <a:ahLst/>
              <a:cxnLst>
                <a:cxn ang="0">
                  <a:pos x="T0" y="T1"/>
                </a:cxn>
                <a:cxn ang="0">
                  <a:pos x="T2" y="T3"/>
                </a:cxn>
                <a:cxn ang="0">
                  <a:pos x="T4" y="T5"/>
                </a:cxn>
                <a:cxn ang="0">
                  <a:pos x="T6" y="T7"/>
                </a:cxn>
              </a:cxnLst>
              <a:rect l="0" t="0" r="r" b="b"/>
              <a:pathLst>
                <a:path w="254" h="254">
                  <a:moveTo>
                    <a:pt x="254" y="0"/>
                  </a:moveTo>
                  <a:lnTo>
                    <a:pt x="0" y="254"/>
                  </a:lnTo>
                  <a:moveTo>
                    <a:pt x="0" y="0"/>
                  </a:moveTo>
                  <a:lnTo>
                    <a:pt x="254" y="254"/>
                  </a:lnTo>
                </a:path>
              </a:pathLst>
            </a:custGeom>
            <a:noFill/>
            <a:ln w="9525"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58" name="Address Box" descr="&lt;SmartSettings&gt;&lt;SmartResize anchorLeft=&quot;Absolute&quot; anchorTop=&quot;Absolute&quot; anchorRight=&quot;Absolute&quot; anchorBottom=&quot;None&quot; /&gt;&lt;/SmartSettings&gt;"/>
            <p:cNvSpPr/>
            <p:nvPr>
              <p:custDataLst>
                <p:tags r:id="rId6"/>
              </p:custDataLst>
            </p:nvPr>
          </p:nvSpPr>
          <p:spPr>
            <a:xfrm>
              <a:off x="1138944" y="1417126"/>
              <a:ext cx="5928731" cy="151240"/>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237744"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900" noProof="1" smtClean="0">
                  <a:solidFill>
                    <a:srgbClr val="5F5F5F"/>
                  </a:solidFill>
                  <a:latin typeface="Segoe UI" panose="020B0502040204020203" pitchFamily="34" charset="0"/>
                  <a:cs typeface="Segoe UI" panose="020B0502040204020203" pitchFamily="34" charset="0"/>
                </a:rPr>
                <a:t>www.Webshop.com</a:t>
              </a:r>
              <a:endParaRPr lang="en-US" sz="900" noProof="1">
                <a:solidFill>
                  <a:srgbClr val="5F5F5F"/>
                </a:solidFill>
                <a:latin typeface="Segoe UI" panose="020B0502040204020203" pitchFamily="34" charset="0"/>
                <a:cs typeface="Segoe UI" panose="020B0502040204020203" pitchFamily="34" charset="0"/>
              </a:endParaRPr>
            </a:p>
          </p:txBody>
        </p:sp>
        <p:sp>
          <p:nvSpPr>
            <p:cNvPr id="59" name="Document Icon" descr="&lt;SmartSettings&gt;&lt;SmartResize anchorLeft=&quot;Absolute&quot; anchorTop=&quot;Absolute&quot; anchorRight=&quot;None&quot; anchorBottom=&quot;None&quot; /&gt;&lt;/SmartSettings&gt;"/>
            <p:cNvSpPr>
              <a:spLocks noChangeAspect="1" noEditPoints="1"/>
            </p:cNvSpPr>
            <p:nvPr>
              <p:custDataLst>
                <p:tags r:id="rId7"/>
              </p:custDataLst>
            </p:nvPr>
          </p:nvSpPr>
          <p:spPr bwMode="auto">
            <a:xfrm>
              <a:off x="1184747" y="1450331"/>
              <a:ext cx="56355" cy="84830"/>
            </a:xfrm>
            <a:custGeom>
              <a:avLst/>
              <a:gdLst>
                <a:gd name="T0" fmla="*/ 153 w 260"/>
                <a:gd name="T1" fmla="*/ 7 h 367"/>
                <a:gd name="T2" fmla="*/ 153 w 260"/>
                <a:gd name="T3" fmla="*/ 108 h 367"/>
                <a:gd name="T4" fmla="*/ 253 w 260"/>
                <a:gd name="T5" fmla="*/ 108 h 367"/>
                <a:gd name="T6" fmla="*/ 0 w 260"/>
                <a:gd name="T7" fmla="*/ 0 h 367"/>
                <a:gd name="T8" fmla="*/ 0 w 260"/>
                <a:gd name="T9" fmla="*/ 367 h 367"/>
                <a:gd name="T10" fmla="*/ 260 w 260"/>
                <a:gd name="T11" fmla="*/ 367 h 367"/>
                <a:gd name="T12" fmla="*/ 260 w 260"/>
                <a:gd name="T13" fmla="*/ 100 h 367"/>
                <a:gd name="T14" fmla="*/ 161 w 260"/>
                <a:gd name="T15" fmla="*/ 1 h 367"/>
                <a:gd name="T16" fmla="*/ 0 w 260"/>
                <a:gd name="T17" fmla="*/ 0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 h="367">
                  <a:moveTo>
                    <a:pt x="153" y="7"/>
                  </a:moveTo>
                  <a:lnTo>
                    <a:pt x="153" y="108"/>
                  </a:lnTo>
                  <a:lnTo>
                    <a:pt x="253" y="108"/>
                  </a:lnTo>
                  <a:moveTo>
                    <a:pt x="0" y="0"/>
                  </a:moveTo>
                  <a:lnTo>
                    <a:pt x="0" y="367"/>
                  </a:lnTo>
                  <a:lnTo>
                    <a:pt x="260" y="367"/>
                  </a:lnTo>
                  <a:lnTo>
                    <a:pt x="260" y="100"/>
                  </a:lnTo>
                  <a:lnTo>
                    <a:pt x="161" y="1"/>
                  </a:lnTo>
                  <a:lnTo>
                    <a:pt x="0" y="0"/>
                  </a:lnTo>
                  <a:close/>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grpSp>
          <p:nvGrpSpPr>
            <p:cNvPr id="60" name="Navigation Buttons"/>
            <p:cNvGrpSpPr/>
            <p:nvPr/>
          </p:nvGrpSpPr>
          <p:grpSpPr>
            <a:xfrm>
              <a:off x="671443" y="1437706"/>
              <a:ext cx="385884" cy="110078"/>
              <a:chOff x="671443" y="1437706"/>
              <a:chExt cx="385884" cy="110078"/>
            </a:xfrm>
          </p:grpSpPr>
          <p:sp>
            <p:nvSpPr>
              <p:cNvPr id="61" name="Back Button" descr="&lt;SmartSettings&gt;&lt;SmartResize anchorLeft=&quot;Absolute&quot; anchorTop=&quot;Absolute&quot; anchorRight=&quot;None&quot; anchorBottom=&quot;None&quot; /&gt;&lt;/SmartSettings&gt;"/>
              <p:cNvSpPr>
                <a:spLocks noChangeAspect="1" noEditPoints="1"/>
              </p:cNvSpPr>
              <p:nvPr>
                <p:custDataLst>
                  <p:tags r:id="rId8"/>
                </p:custDataLst>
              </p:nvPr>
            </p:nvSpPr>
            <p:spPr bwMode="auto">
              <a:xfrm>
                <a:off x="671443" y="1454370"/>
                <a:ext cx="91695" cy="76751"/>
              </a:xfrm>
              <a:custGeom>
                <a:avLst/>
                <a:gdLst>
                  <a:gd name="T0" fmla="*/ 159 w 423"/>
                  <a:gd name="T1" fmla="*/ 332 h 332"/>
                  <a:gd name="T2" fmla="*/ 0 w 423"/>
                  <a:gd name="T3" fmla="*/ 166 h 332"/>
                  <a:gd name="T4" fmla="*/ 159 w 423"/>
                  <a:gd name="T5" fmla="*/ 0 h 332"/>
                  <a:gd name="T6" fmla="*/ 15 w 423"/>
                  <a:gd name="T7" fmla="*/ 166 h 332"/>
                  <a:gd name="T8" fmla="*/ 423 w 423"/>
                  <a:gd name="T9" fmla="*/ 166 h 332"/>
                </a:gdLst>
                <a:ahLst/>
                <a:cxnLst>
                  <a:cxn ang="0">
                    <a:pos x="T0" y="T1"/>
                  </a:cxn>
                  <a:cxn ang="0">
                    <a:pos x="T2" y="T3"/>
                  </a:cxn>
                  <a:cxn ang="0">
                    <a:pos x="T4" y="T5"/>
                  </a:cxn>
                  <a:cxn ang="0">
                    <a:pos x="T6" y="T7"/>
                  </a:cxn>
                  <a:cxn ang="0">
                    <a:pos x="T8" y="T9"/>
                  </a:cxn>
                </a:cxnLst>
                <a:rect l="0" t="0" r="r" b="b"/>
                <a:pathLst>
                  <a:path w="423" h="332">
                    <a:moveTo>
                      <a:pt x="159" y="332"/>
                    </a:moveTo>
                    <a:lnTo>
                      <a:pt x="0" y="166"/>
                    </a:lnTo>
                    <a:lnTo>
                      <a:pt x="159" y="0"/>
                    </a:lnTo>
                    <a:moveTo>
                      <a:pt x="15" y="166"/>
                    </a:moveTo>
                    <a:lnTo>
                      <a:pt x="423" y="166"/>
                    </a:lnTo>
                  </a:path>
                </a:pathLst>
              </a:custGeom>
              <a:noFill/>
              <a:ln w="6350" cap="sq">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62" name="Forward Button" descr="&lt;SmartSettings&gt;&lt;SmartResize anchorLeft=&quot;Absolute&quot; anchorTop=&quot;Absolute&quot; anchorRight=&quot;None&quot; anchorBottom=&quot;None&quot; /&gt;&lt;/SmartSettings&gt;"/>
              <p:cNvSpPr>
                <a:spLocks noChangeAspect="1" noEditPoints="1"/>
              </p:cNvSpPr>
              <p:nvPr>
                <p:custDataLst>
                  <p:tags r:id="rId9"/>
                </p:custDataLst>
              </p:nvPr>
            </p:nvSpPr>
            <p:spPr bwMode="auto">
              <a:xfrm>
                <a:off x="816627" y="1454370"/>
                <a:ext cx="91695" cy="76751"/>
              </a:xfrm>
              <a:custGeom>
                <a:avLst/>
                <a:gdLst>
                  <a:gd name="T0" fmla="*/ 265 w 423"/>
                  <a:gd name="T1" fmla="*/ 0 h 332"/>
                  <a:gd name="T2" fmla="*/ 423 w 423"/>
                  <a:gd name="T3" fmla="*/ 166 h 332"/>
                  <a:gd name="T4" fmla="*/ 265 w 423"/>
                  <a:gd name="T5" fmla="*/ 332 h 332"/>
                  <a:gd name="T6" fmla="*/ 408 w 423"/>
                  <a:gd name="T7" fmla="*/ 166 h 332"/>
                  <a:gd name="T8" fmla="*/ 0 w 423"/>
                  <a:gd name="T9" fmla="*/ 166 h 332"/>
                </a:gdLst>
                <a:ahLst/>
                <a:cxnLst>
                  <a:cxn ang="0">
                    <a:pos x="T0" y="T1"/>
                  </a:cxn>
                  <a:cxn ang="0">
                    <a:pos x="T2" y="T3"/>
                  </a:cxn>
                  <a:cxn ang="0">
                    <a:pos x="T4" y="T5"/>
                  </a:cxn>
                  <a:cxn ang="0">
                    <a:pos x="T6" y="T7"/>
                  </a:cxn>
                  <a:cxn ang="0">
                    <a:pos x="T8" y="T9"/>
                  </a:cxn>
                </a:cxnLst>
                <a:rect l="0" t="0" r="r" b="b"/>
                <a:pathLst>
                  <a:path w="423" h="332">
                    <a:moveTo>
                      <a:pt x="265" y="0"/>
                    </a:moveTo>
                    <a:lnTo>
                      <a:pt x="423" y="166"/>
                    </a:lnTo>
                    <a:lnTo>
                      <a:pt x="265" y="332"/>
                    </a:lnTo>
                    <a:moveTo>
                      <a:pt x="408" y="166"/>
                    </a:moveTo>
                    <a:lnTo>
                      <a:pt x="0" y="166"/>
                    </a:lnTo>
                  </a:path>
                </a:pathLst>
              </a:custGeom>
              <a:noFill/>
              <a:ln w="6350" cap="sq">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63" name="Reload Button" descr="&lt;SmartSettings&gt;&lt;SmartResize anchorLeft=&quot;Absolute&quot; anchorTop=&quot;Absolute&quot; anchorRight=&quot;None&quot; anchorBottom=&quot;None&quot; /&gt;&lt;/SmartSettings&gt;"/>
              <p:cNvSpPr>
                <a:spLocks noChangeAspect="1" noEditPoints="1"/>
              </p:cNvSpPr>
              <p:nvPr>
                <p:custDataLst>
                  <p:tags r:id="rId10"/>
                </p:custDataLst>
              </p:nvPr>
            </p:nvSpPr>
            <p:spPr bwMode="auto">
              <a:xfrm>
                <a:off x="961811" y="1437706"/>
                <a:ext cx="95516" cy="110078"/>
              </a:xfrm>
              <a:custGeom>
                <a:avLst/>
                <a:gdLst>
                  <a:gd name="T0" fmla="*/ 441 w 441"/>
                  <a:gd name="T1" fmla="*/ 7 h 474"/>
                  <a:gd name="T2" fmla="*/ 441 w 441"/>
                  <a:gd name="T3" fmla="*/ 144 h 474"/>
                  <a:gd name="T4" fmla="*/ 296 w 441"/>
                  <a:gd name="T5" fmla="*/ 144 h 474"/>
                  <a:gd name="T6" fmla="*/ 438 w 441"/>
                  <a:gd name="T7" fmla="*/ 309 h 474"/>
                  <a:gd name="T8" fmla="*/ 166 w 441"/>
                  <a:gd name="T9" fmla="*/ 434 h 474"/>
                  <a:gd name="T10" fmla="*/ 41 w 441"/>
                  <a:gd name="T11" fmla="*/ 162 h 474"/>
                  <a:gd name="T12" fmla="*/ 313 w 441"/>
                  <a:gd name="T13" fmla="*/ 37 h 474"/>
                  <a:gd name="T14" fmla="*/ 428 w 441"/>
                  <a:gd name="T15" fmla="*/ 139 h 4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1" h="474">
                    <a:moveTo>
                      <a:pt x="441" y="7"/>
                    </a:moveTo>
                    <a:lnTo>
                      <a:pt x="441" y="144"/>
                    </a:lnTo>
                    <a:lnTo>
                      <a:pt x="296" y="144"/>
                    </a:lnTo>
                    <a:moveTo>
                      <a:pt x="438" y="309"/>
                    </a:moveTo>
                    <a:cubicBezTo>
                      <a:pt x="397" y="418"/>
                      <a:pt x="276" y="474"/>
                      <a:pt x="166" y="434"/>
                    </a:cubicBezTo>
                    <a:cubicBezTo>
                      <a:pt x="56" y="393"/>
                      <a:pt x="0" y="271"/>
                      <a:pt x="41" y="162"/>
                    </a:cubicBezTo>
                    <a:cubicBezTo>
                      <a:pt x="82" y="52"/>
                      <a:pt x="202" y="0"/>
                      <a:pt x="313" y="37"/>
                    </a:cubicBezTo>
                    <a:cubicBezTo>
                      <a:pt x="357" y="51"/>
                      <a:pt x="398" y="91"/>
                      <a:pt x="428" y="139"/>
                    </a:cubicBezTo>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grpSp>
      </p:grpSp>
      <p:grpSp>
        <p:nvGrpSpPr>
          <p:cNvPr id="64" name="Jumbotron Example"/>
          <p:cNvGrpSpPr/>
          <p:nvPr/>
        </p:nvGrpSpPr>
        <p:grpSpPr>
          <a:xfrm>
            <a:off x="1406034" y="557034"/>
            <a:ext cx="9239256" cy="6130793"/>
            <a:chOff x="1476372" y="363604"/>
            <a:chExt cx="9239256" cy="6130793"/>
          </a:xfrm>
        </p:grpSpPr>
        <p:sp>
          <p:nvSpPr>
            <p:cNvPr id="65" name="Navbar Shape"/>
            <p:cNvSpPr/>
            <p:nvPr/>
          </p:nvSpPr>
          <p:spPr>
            <a:xfrm>
              <a:off x="1476372" y="363604"/>
              <a:ext cx="9239256" cy="495300"/>
            </a:xfrm>
            <a:prstGeom prst="roundRect">
              <a:avLst>
                <a:gd name="adj" fmla="val 0"/>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28016" tIns="45720" rIns="128016"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400" dirty="0" err="1" smtClean="0">
                  <a:solidFill>
                    <a:srgbClr val="5F5F5F"/>
                  </a:solidFill>
                  <a:latin typeface="Segoe UI" panose="020B0502040204020203" pitchFamily="34" charset="0"/>
                  <a:cs typeface="Segoe UI" panose="020B0502040204020203" pitchFamily="34" charset="0"/>
                </a:rPr>
                <a:t>Kategori</a:t>
              </a:r>
              <a:r>
                <a:rPr lang="en-US" sz="1400" dirty="0" smtClean="0">
                  <a:solidFill>
                    <a:srgbClr val="5F5F5F"/>
                  </a:solidFill>
                  <a:latin typeface="Segoe UI" panose="020B0502040204020203" pitchFamily="34" charset="0"/>
                  <a:cs typeface="Segoe UI" panose="020B0502040204020203" pitchFamily="34" charset="0"/>
                </a:rPr>
                <a:t> </a:t>
              </a:r>
              <a:r>
                <a:rPr lang="en-US" sz="1400" dirty="0" err="1" smtClean="0">
                  <a:solidFill>
                    <a:srgbClr val="5F5F5F"/>
                  </a:solidFill>
                  <a:latin typeface="Segoe UI" panose="020B0502040204020203" pitchFamily="34" charset="0"/>
                  <a:cs typeface="Segoe UI" panose="020B0502040204020203" pitchFamily="34" charset="0"/>
                </a:rPr>
                <a:t>Eksempel</a:t>
              </a:r>
              <a:endParaRPr lang="en-US" sz="1400" dirty="0" smtClean="0">
                <a:solidFill>
                  <a:srgbClr val="5F5F5F"/>
                </a:solidFill>
                <a:latin typeface="Segoe UI" panose="020B0502040204020203" pitchFamily="34" charset="0"/>
                <a:cs typeface="Segoe UI" panose="020B0502040204020203" pitchFamily="34" charset="0"/>
              </a:endParaRPr>
            </a:p>
          </p:txBody>
        </p:sp>
        <p:sp>
          <p:nvSpPr>
            <p:cNvPr id="67" name="Button"/>
            <p:cNvSpPr/>
            <p:nvPr/>
          </p:nvSpPr>
          <p:spPr>
            <a:xfrm>
              <a:off x="9965402" y="455985"/>
              <a:ext cx="648588" cy="310539"/>
            </a:xfrm>
            <a:prstGeom prst="roundRect">
              <a:avLst>
                <a:gd name="adj" fmla="val 11182"/>
              </a:avLst>
            </a:prstGeom>
            <a:solidFill>
              <a:schemeClr val="accent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64008" rIns="91440"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dirty="0" smtClean="0">
                  <a:solidFill>
                    <a:srgbClr val="5F5F5F"/>
                  </a:solidFill>
                  <a:latin typeface="Segoe UI" panose="020B0502040204020203" pitchFamily="34" charset="0"/>
                  <a:cs typeface="Segoe UI" panose="020B0502040204020203" pitchFamily="34" charset="0"/>
                </a:rPr>
                <a:t>Log </a:t>
              </a:r>
              <a:r>
                <a:rPr lang="en-US" sz="1050" dirty="0" err="1" smtClean="0">
                  <a:solidFill>
                    <a:srgbClr val="5F5F5F"/>
                  </a:solidFill>
                  <a:latin typeface="Segoe UI" panose="020B0502040204020203" pitchFamily="34" charset="0"/>
                  <a:cs typeface="Segoe UI" panose="020B0502040204020203" pitchFamily="34" charset="0"/>
                </a:rPr>
                <a:t>ind</a:t>
              </a:r>
              <a:endParaRPr lang="en-US" sz="1050" dirty="0" smtClean="0">
                <a:solidFill>
                  <a:srgbClr val="5F5F5F"/>
                </a:solidFill>
                <a:latin typeface="Segoe UI" panose="020B0502040204020203" pitchFamily="34" charset="0"/>
                <a:cs typeface="Segoe UI" panose="020B0502040204020203" pitchFamily="34" charset="0"/>
              </a:endParaRPr>
            </a:p>
          </p:txBody>
        </p:sp>
        <p:cxnSp>
          <p:nvCxnSpPr>
            <p:cNvPr id="79" name="Line"/>
            <p:cNvCxnSpPr/>
            <p:nvPr/>
          </p:nvCxnSpPr>
          <p:spPr>
            <a:xfrm>
              <a:off x="1476372" y="858904"/>
              <a:ext cx="9239256" cy="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grpSp>
          <p:nvGrpSpPr>
            <p:cNvPr id="80" name="Footer"/>
            <p:cNvGrpSpPr/>
            <p:nvPr/>
          </p:nvGrpSpPr>
          <p:grpSpPr>
            <a:xfrm>
              <a:off x="1476372" y="6239350"/>
              <a:ext cx="9239256" cy="255047"/>
              <a:chOff x="1476372" y="6239350"/>
              <a:chExt cx="9239256" cy="255047"/>
            </a:xfrm>
          </p:grpSpPr>
          <p:cxnSp>
            <p:nvCxnSpPr>
              <p:cNvPr id="81" name="Line"/>
              <p:cNvCxnSpPr/>
              <p:nvPr/>
            </p:nvCxnSpPr>
            <p:spPr>
              <a:xfrm>
                <a:off x="1476372" y="6239350"/>
                <a:ext cx="9239256" cy="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82" name="Copyright"/>
              <p:cNvSpPr txBox="1"/>
              <p:nvPr/>
            </p:nvSpPr>
            <p:spPr>
              <a:xfrm>
                <a:off x="1624987" y="6292419"/>
                <a:ext cx="724557" cy="201978"/>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r>
                  <a:rPr lang="en-US" sz="1050" noProof="1">
                    <a:solidFill>
                      <a:srgbClr val="5F5F5F"/>
                    </a:solidFill>
                    <a:latin typeface="Segoe UI" panose="020B0502040204020203" pitchFamily="34" charset="0"/>
                    <a:cs typeface="Segoe UI" panose="020B0502040204020203" pitchFamily="34" charset="0"/>
                  </a:rPr>
                  <a:t>© Company</a:t>
                </a:r>
                <a:endParaRPr lang="en-US" sz="1050" noProof="1" smtClean="0">
                  <a:solidFill>
                    <a:srgbClr val="5F5F5F"/>
                  </a:solidFill>
                  <a:latin typeface="Segoe UI" panose="020B0502040204020203" pitchFamily="34" charset="0"/>
                  <a:cs typeface="Segoe UI" panose="020B0502040204020203" pitchFamily="34" charset="0"/>
                </a:endParaRPr>
              </a:p>
            </p:txBody>
          </p:sp>
        </p:grpSp>
      </p:grpSp>
      <p:sp>
        <p:nvSpPr>
          <p:cNvPr id="86" name="Breadcrumbs"/>
          <p:cNvSpPr/>
          <p:nvPr/>
        </p:nvSpPr>
        <p:spPr>
          <a:xfrm>
            <a:off x="1406034" y="1084766"/>
            <a:ext cx="9239256" cy="362652"/>
          </a:xfrm>
          <a:prstGeom prst="roundRect">
            <a:avLst>
              <a:gd name="adj" fmla="val 10538"/>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0584" tIns="82296" rIns="100584" bIns="82296"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50" dirty="0" err="1" smtClean="0">
                <a:solidFill>
                  <a:srgbClr val="5B9BD5"/>
                </a:solidFill>
                <a:latin typeface="Segoe UI" panose="020B0502040204020203" pitchFamily="34" charset="0"/>
                <a:cs typeface="Segoe UI" panose="020B0502040204020203" pitchFamily="34" charset="0"/>
              </a:rPr>
              <a:t>Forside</a:t>
            </a:r>
            <a:r>
              <a:rPr lang="en-US" sz="1050" dirty="0" smtClean="0">
                <a:solidFill>
                  <a:srgbClr val="5F5F5F"/>
                </a:solidFill>
                <a:latin typeface="Segoe UI" panose="020B0502040204020203" pitchFamily="34" charset="0"/>
                <a:cs typeface="Segoe UI" panose="020B0502040204020203" pitchFamily="34" charset="0"/>
              </a:rPr>
              <a:t>  /  </a:t>
            </a:r>
            <a:r>
              <a:rPr lang="en-US" sz="1050" dirty="0" err="1" smtClean="0">
                <a:solidFill>
                  <a:srgbClr val="5B9BD5"/>
                </a:solidFill>
                <a:latin typeface="Segoe UI" panose="020B0502040204020203" pitchFamily="34" charset="0"/>
                <a:cs typeface="Segoe UI" panose="020B0502040204020203" pitchFamily="34" charset="0"/>
              </a:rPr>
              <a:t>Kategorier</a:t>
            </a:r>
            <a:r>
              <a:rPr lang="en-US" sz="1050" dirty="0" smtClean="0">
                <a:solidFill>
                  <a:srgbClr val="5F5F5F"/>
                </a:solidFill>
                <a:latin typeface="Segoe UI" panose="020B0502040204020203" pitchFamily="34" charset="0"/>
                <a:cs typeface="Segoe UI" panose="020B0502040204020203" pitchFamily="34" charset="0"/>
              </a:rPr>
              <a:t>  /  </a:t>
            </a:r>
            <a:r>
              <a:rPr lang="en-US" sz="1050" dirty="0" err="1" smtClean="0">
                <a:solidFill>
                  <a:schemeClr val="accent1"/>
                </a:solidFill>
                <a:latin typeface="Segoe UI" panose="020B0502040204020203" pitchFamily="34" charset="0"/>
                <a:cs typeface="Segoe UI" panose="020B0502040204020203" pitchFamily="34" charset="0"/>
              </a:rPr>
              <a:t>Kurv</a:t>
            </a:r>
            <a:endParaRPr lang="en-US" sz="1050" dirty="0" smtClean="0">
              <a:solidFill>
                <a:schemeClr val="accent1"/>
              </a:solidFill>
              <a:latin typeface="Segoe UI" panose="020B0502040204020203" pitchFamily="34" charset="0"/>
              <a:cs typeface="Segoe UI" panose="020B0502040204020203" pitchFamily="34" charset="0"/>
            </a:endParaRPr>
          </a:p>
        </p:txBody>
      </p:sp>
      <p:grpSp>
        <p:nvGrpSpPr>
          <p:cNvPr id="96" name="Blockquote"/>
          <p:cNvGrpSpPr/>
          <p:nvPr/>
        </p:nvGrpSpPr>
        <p:grpSpPr>
          <a:xfrm>
            <a:off x="1442476" y="1632357"/>
            <a:ext cx="947904" cy="700088"/>
            <a:chOff x="1071562" y="3898106"/>
            <a:chExt cx="947904" cy="700088"/>
          </a:xfrm>
        </p:grpSpPr>
        <p:sp>
          <p:nvSpPr>
            <p:cNvPr id="97" name="Text"/>
            <p:cNvSpPr txBox="1"/>
            <p:nvPr/>
          </p:nvSpPr>
          <p:spPr>
            <a:xfrm>
              <a:off x="1263810" y="4136692"/>
              <a:ext cx="755656" cy="225318"/>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r>
                <a:rPr lang="en-US" sz="1300" noProof="1" smtClean="0">
                  <a:solidFill>
                    <a:srgbClr val="5F5F5F"/>
                  </a:solidFill>
                  <a:latin typeface="Segoe UI Semibold" panose="020B0702040204020203" pitchFamily="34" charset="0"/>
                  <a:cs typeface="Segoe UI Semibold" panose="020B0702040204020203" pitchFamily="34" charset="0"/>
                </a:rPr>
                <a:t>Kategori 1</a:t>
              </a:r>
            </a:p>
          </p:txBody>
        </p:sp>
        <p:cxnSp>
          <p:nvCxnSpPr>
            <p:cNvPr id="98" name="Line"/>
            <p:cNvCxnSpPr/>
            <p:nvPr/>
          </p:nvCxnSpPr>
          <p:spPr>
            <a:xfrm flipV="1">
              <a:off x="1071562" y="3898106"/>
              <a:ext cx="0" cy="700088"/>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grpSp>
      <p:graphicFrame>
        <p:nvGraphicFramePr>
          <p:cNvPr id="100" name="Tabel 99"/>
          <p:cNvGraphicFramePr>
            <a:graphicFrameLocks noGrp="1"/>
          </p:cNvGraphicFramePr>
          <p:nvPr>
            <p:extLst>
              <p:ext uri="{D42A27DB-BD31-4B8C-83A1-F6EECF244321}">
                <p14:modId xmlns:p14="http://schemas.microsoft.com/office/powerpoint/2010/main" val="2795771467"/>
              </p:ext>
            </p:extLst>
          </p:nvPr>
        </p:nvGraphicFramePr>
        <p:xfrm>
          <a:off x="1961662" y="2710755"/>
          <a:ext cx="8128000" cy="29667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627216835"/>
                    </a:ext>
                  </a:extLst>
                </a:gridCol>
                <a:gridCol w="4064000">
                  <a:extLst>
                    <a:ext uri="{9D8B030D-6E8A-4147-A177-3AD203B41FA5}">
                      <a16:colId xmlns:a16="http://schemas.microsoft.com/office/drawing/2014/main" val="173625972"/>
                    </a:ext>
                  </a:extLst>
                </a:gridCol>
              </a:tblGrid>
              <a:tr h="370840">
                <a:tc>
                  <a:txBody>
                    <a:bodyPr/>
                    <a:lstStyle/>
                    <a:p>
                      <a:r>
                        <a:rPr lang="da-DK" b="0" dirty="0" smtClean="0">
                          <a:solidFill>
                            <a:schemeClr val="tx1"/>
                          </a:solidFill>
                        </a:rPr>
                        <a:t>Produkt 1</a:t>
                      </a:r>
                      <a:endParaRPr lang="da-DK" b="0" dirty="0">
                        <a:solidFill>
                          <a:schemeClr val="tx1"/>
                        </a:solidFill>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da-DK" b="0" dirty="0" smtClean="0">
                          <a:solidFill>
                            <a:schemeClr val="tx1"/>
                          </a:solidFill>
                        </a:rPr>
                        <a:t>Beskrivende</a:t>
                      </a:r>
                      <a:r>
                        <a:rPr lang="da-DK" b="0" baseline="0" dirty="0" smtClean="0">
                          <a:solidFill>
                            <a:schemeClr val="tx1"/>
                          </a:solidFill>
                        </a:rPr>
                        <a:t> Tekst om produkt</a:t>
                      </a:r>
                      <a:endParaRPr lang="da-DK" b="0" dirty="0">
                        <a:solidFill>
                          <a:schemeClr val="tx1"/>
                        </a:solidFill>
                      </a:endParaRPr>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53711369"/>
                  </a:ext>
                </a:extLst>
              </a:tr>
              <a:tr h="370840">
                <a:tc>
                  <a:txBody>
                    <a:bodyPr/>
                    <a:lstStyle/>
                    <a:p>
                      <a:r>
                        <a:rPr lang="da-DK" dirty="0" smtClean="0"/>
                        <a:t>Produkt 2</a:t>
                      </a:r>
                      <a:endParaRPr lang="da-DK"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a-DK" b="0" dirty="0" smtClean="0">
                          <a:solidFill>
                            <a:schemeClr val="tx1"/>
                          </a:solidFill>
                        </a:rPr>
                        <a:t>Beskrivende</a:t>
                      </a:r>
                      <a:r>
                        <a:rPr lang="da-DK" b="0" baseline="0" dirty="0" smtClean="0">
                          <a:solidFill>
                            <a:schemeClr val="tx1"/>
                          </a:solidFill>
                        </a:rPr>
                        <a:t> Tekst om produkt</a:t>
                      </a:r>
                      <a:endParaRPr lang="da-DK" dirty="0">
                        <a:solidFill>
                          <a:schemeClr val="tx1"/>
                        </a:solidFill>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7848145"/>
                  </a:ext>
                </a:extLst>
              </a:tr>
              <a:tr h="370840">
                <a:tc>
                  <a:txBody>
                    <a:bodyPr/>
                    <a:lstStyle/>
                    <a:p>
                      <a:r>
                        <a:rPr lang="da-DK" dirty="0" smtClean="0"/>
                        <a:t>Produkt 3</a:t>
                      </a:r>
                      <a:endParaRPr lang="da-DK"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a-DK" b="0" dirty="0" smtClean="0">
                          <a:solidFill>
                            <a:schemeClr val="tx1"/>
                          </a:solidFill>
                        </a:rPr>
                        <a:t>Beskrivende</a:t>
                      </a:r>
                      <a:r>
                        <a:rPr lang="da-DK" b="0" baseline="0" dirty="0" smtClean="0">
                          <a:solidFill>
                            <a:schemeClr val="tx1"/>
                          </a:solidFill>
                        </a:rPr>
                        <a:t> Tekst om produkt</a:t>
                      </a:r>
                      <a:endParaRPr lang="da-DK"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98917304"/>
                  </a:ext>
                </a:extLst>
              </a:tr>
              <a:tr h="370840">
                <a:tc>
                  <a:txBody>
                    <a:bodyPr/>
                    <a:lstStyle/>
                    <a:p>
                      <a:r>
                        <a:rPr lang="da-DK" dirty="0" smtClean="0"/>
                        <a:t>Produkt</a:t>
                      </a:r>
                      <a:r>
                        <a:rPr lang="da-DK" baseline="0" dirty="0" smtClean="0"/>
                        <a:t> 4</a:t>
                      </a:r>
                      <a:endParaRPr lang="da-DK"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a-DK" b="0" dirty="0" smtClean="0">
                          <a:solidFill>
                            <a:schemeClr val="tx1"/>
                          </a:solidFill>
                        </a:rPr>
                        <a:t>Beskrivende</a:t>
                      </a:r>
                      <a:r>
                        <a:rPr lang="da-DK" b="0" baseline="0" dirty="0" smtClean="0">
                          <a:solidFill>
                            <a:schemeClr val="tx1"/>
                          </a:solidFill>
                        </a:rPr>
                        <a:t> Tekst om produkt</a:t>
                      </a:r>
                      <a:endParaRPr lang="da-DK"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5534987"/>
                  </a:ext>
                </a:extLst>
              </a:tr>
              <a:tr h="370840">
                <a:tc>
                  <a:txBody>
                    <a:bodyPr/>
                    <a:lstStyle/>
                    <a:p>
                      <a:r>
                        <a:rPr lang="da-DK" dirty="0" smtClean="0"/>
                        <a:t>Produkt 5</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a-DK" b="0" dirty="0" smtClean="0">
                          <a:solidFill>
                            <a:schemeClr val="tx1"/>
                          </a:solidFill>
                        </a:rPr>
                        <a:t>Beskrivende</a:t>
                      </a:r>
                      <a:r>
                        <a:rPr lang="da-DK" b="0" baseline="0" dirty="0" smtClean="0">
                          <a:solidFill>
                            <a:schemeClr val="tx1"/>
                          </a:solidFill>
                        </a:rPr>
                        <a:t> Tekst om produkt</a:t>
                      </a:r>
                      <a:endParaRPr lang="da-DK"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7597346"/>
                  </a:ext>
                </a:extLst>
              </a:tr>
              <a:tr h="370840">
                <a:tc>
                  <a:txBody>
                    <a:bodyPr/>
                    <a:lstStyle/>
                    <a:p>
                      <a:r>
                        <a:rPr lang="da-DK" dirty="0" smtClean="0"/>
                        <a:t>Produkt 6</a:t>
                      </a:r>
                      <a:endParaRPr lang="da-DK"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a-DK" b="0" dirty="0" smtClean="0">
                          <a:solidFill>
                            <a:schemeClr val="tx1"/>
                          </a:solidFill>
                        </a:rPr>
                        <a:t>Beskrivende</a:t>
                      </a:r>
                      <a:r>
                        <a:rPr lang="da-DK" b="0" baseline="0" dirty="0" smtClean="0">
                          <a:solidFill>
                            <a:schemeClr val="tx1"/>
                          </a:solidFill>
                        </a:rPr>
                        <a:t> Tekst om produkt</a:t>
                      </a:r>
                      <a:endParaRPr lang="da-DK"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1291776"/>
                  </a:ext>
                </a:extLst>
              </a:tr>
              <a:tr h="370840">
                <a:tc>
                  <a:txBody>
                    <a:bodyPr/>
                    <a:lstStyle/>
                    <a:p>
                      <a:r>
                        <a:rPr lang="da-DK" dirty="0" smtClean="0"/>
                        <a:t>Produkt 7</a:t>
                      </a:r>
                      <a:endParaRPr lang="da-DK"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a-DK" b="0" dirty="0" smtClean="0">
                          <a:solidFill>
                            <a:schemeClr val="tx1"/>
                          </a:solidFill>
                        </a:rPr>
                        <a:t>Beskrivende</a:t>
                      </a:r>
                      <a:r>
                        <a:rPr lang="da-DK" b="0" baseline="0" dirty="0" smtClean="0">
                          <a:solidFill>
                            <a:schemeClr val="tx1"/>
                          </a:solidFill>
                        </a:rPr>
                        <a:t> Tekst om produkt</a:t>
                      </a:r>
                      <a:endParaRPr lang="da-DK"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0499451"/>
                  </a:ext>
                </a:extLst>
              </a:tr>
              <a:tr h="370840">
                <a:tc>
                  <a:txBody>
                    <a:bodyPr/>
                    <a:lstStyle/>
                    <a:p>
                      <a:r>
                        <a:rPr lang="da-DK" dirty="0" smtClean="0"/>
                        <a:t>Produkt 8</a:t>
                      </a:r>
                      <a:endParaRPr lang="da-DK"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a-DK" b="0" dirty="0" smtClean="0">
                          <a:solidFill>
                            <a:schemeClr val="tx1"/>
                          </a:solidFill>
                        </a:rPr>
                        <a:t>Beskrivende</a:t>
                      </a:r>
                      <a:r>
                        <a:rPr lang="da-DK" b="0" baseline="0" dirty="0" smtClean="0">
                          <a:solidFill>
                            <a:schemeClr val="tx1"/>
                          </a:solidFill>
                        </a:rPr>
                        <a:t> Tekst om produkt</a:t>
                      </a:r>
                      <a:endParaRPr lang="da-DK"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8384323"/>
                  </a:ext>
                </a:extLst>
              </a:tr>
            </a:tbl>
          </a:graphicData>
        </a:graphic>
      </p:graphicFrame>
      <p:sp>
        <p:nvSpPr>
          <p:cNvPr id="101" name="Add to Cart"/>
          <p:cNvSpPr>
            <a:spLocks noChangeAspect="1" noEditPoints="1"/>
          </p:cNvSpPr>
          <p:nvPr/>
        </p:nvSpPr>
        <p:spPr bwMode="auto">
          <a:xfrm>
            <a:off x="9795751" y="4633110"/>
            <a:ext cx="293909" cy="302907"/>
          </a:xfrm>
          <a:custGeom>
            <a:avLst/>
            <a:gdLst>
              <a:gd name="T0" fmla="*/ 413 w 643"/>
              <a:gd name="T1" fmla="*/ 0 h 653"/>
              <a:gd name="T2" fmla="*/ 400 w 643"/>
              <a:gd name="T3" fmla="*/ 13 h 653"/>
              <a:gd name="T4" fmla="*/ 400 w 643"/>
              <a:gd name="T5" fmla="*/ 248 h 653"/>
              <a:gd name="T6" fmla="*/ 356 w 643"/>
              <a:gd name="T7" fmla="*/ 204 h 653"/>
              <a:gd name="T8" fmla="*/ 347 w 643"/>
              <a:gd name="T9" fmla="*/ 200 h 653"/>
              <a:gd name="T10" fmla="*/ 337 w 643"/>
              <a:gd name="T11" fmla="*/ 223 h 653"/>
              <a:gd name="T12" fmla="*/ 413 w 643"/>
              <a:gd name="T13" fmla="*/ 299 h 653"/>
              <a:gd name="T14" fmla="*/ 490 w 643"/>
              <a:gd name="T15" fmla="*/ 223 h 653"/>
              <a:gd name="T16" fmla="*/ 471 w 643"/>
              <a:gd name="T17" fmla="*/ 204 h 653"/>
              <a:gd name="T18" fmla="*/ 427 w 643"/>
              <a:gd name="T19" fmla="*/ 248 h 653"/>
              <a:gd name="T20" fmla="*/ 427 w 643"/>
              <a:gd name="T21" fmla="*/ 13 h 653"/>
              <a:gd name="T22" fmla="*/ 413 w 643"/>
              <a:gd name="T23" fmla="*/ 0 h 653"/>
              <a:gd name="T24" fmla="*/ 27 w 643"/>
              <a:gd name="T25" fmla="*/ 13 h 653"/>
              <a:gd name="T26" fmla="*/ 0 w 643"/>
              <a:gd name="T27" fmla="*/ 40 h 653"/>
              <a:gd name="T28" fmla="*/ 27 w 643"/>
              <a:gd name="T29" fmla="*/ 67 h 653"/>
              <a:gd name="T30" fmla="*/ 53 w 643"/>
              <a:gd name="T31" fmla="*/ 40 h 653"/>
              <a:gd name="T32" fmla="*/ 116 w 643"/>
              <a:gd name="T33" fmla="*/ 40 h 653"/>
              <a:gd name="T34" fmla="*/ 147 w 643"/>
              <a:gd name="T35" fmla="*/ 49 h 653"/>
              <a:gd name="T36" fmla="*/ 163 w 643"/>
              <a:gd name="T37" fmla="*/ 80 h 653"/>
              <a:gd name="T38" fmla="*/ 163 w 643"/>
              <a:gd name="T39" fmla="*/ 80 h 653"/>
              <a:gd name="T40" fmla="*/ 270 w 643"/>
              <a:gd name="T41" fmla="*/ 510 h 653"/>
              <a:gd name="T42" fmla="*/ 270 w 643"/>
              <a:gd name="T43" fmla="*/ 510 h 653"/>
              <a:gd name="T44" fmla="*/ 289 w 643"/>
              <a:gd name="T45" fmla="*/ 553 h 653"/>
              <a:gd name="T46" fmla="*/ 306 w 643"/>
              <a:gd name="T47" fmla="*/ 566 h 653"/>
              <a:gd name="T48" fmla="*/ 293 w 643"/>
              <a:gd name="T49" fmla="*/ 600 h 653"/>
              <a:gd name="T50" fmla="*/ 347 w 643"/>
              <a:gd name="T51" fmla="*/ 653 h 653"/>
              <a:gd name="T52" fmla="*/ 400 w 643"/>
              <a:gd name="T53" fmla="*/ 600 h 653"/>
              <a:gd name="T54" fmla="*/ 393 w 643"/>
              <a:gd name="T55" fmla="*/ 573 h 653"/>
              <a:gd name="T56" fmla="*/ 474 w 643"/>
              <a:gd name="T57" fmla="*/ 573 h 653"/>
              <a:gd name="T58" fmla="*/ 467 w 643"/>
              <a:gd name="T59" fmla="*/ 600 h 653"/>
              <a:gd name="T60" fmla="*/ 520 w 643"/>
              <a:gd name="T61" fmla="*/ 653 h 653"/>
              <a:gd name="T62" fmla="*/ 573 w 643"/>
              <a:gd name="T63" fmla="*/ 600 h 653"/>
              <a:gd name="T64" fmla="*/ 559 w 643"/>
              <a:gd name="T65" fmla="*/ 564 h 653"/>
              <a:gd name="T66" fmla="*/ 547 w 643"/>
              <a:gd name="T67" fmla="*/ 547 h 653"/>
              <a:gd name="T68" fmla="*/ 343 w 643"/>
              <a:gd name="T69" fmla="*/ 547 h 653"/>
              <a:gd name="T70" fmla="*/ 309 w 643"/>
              <a:gd name="T71" fmla="*/ 536 h 653"/>
              <a:gd name="T72" fmla="*/ 295 w 643"/>
              <a:gd name="T73" fmla="*/ 503 h 653"/>
              <a:gd name="T74" fmla="*/ 295 w 643"/>
              <a:gd name="T75" fmla="*/ 503 h 653"/>
              <a:gd name="T76" fmla="*/ 286 w 643"/>
              <a:gd name="T77" fmla="*/ 467 h 653"/>
              <a:gd name="T78" fmla="*/ 531 w 643"/>
              <a:gd name="T79" fmla="*/ 467 h 653"/>
              <a:gd name="T80" fmla="*/ 543 w 643"/>
              <a:gd name="T81" fmla="*/ 458 h 653"/>
              <a:gd name="T82" fmla="*/ 639 w 643"/>
              <a:gd name="T83" fmla="*/ 205 h 653"/>
              <a:gd name="T84" fmla="*/ 626 w 643"/>
              <a:gd name="T85" fmla="*/ 187 h 653"/>
              <a:gd name="T86" fmla="*/ 614 w 643"/>
              <a:gd name="T87" fmla="*/ 195 h 653"/>
              <a:gd name="T88" fmla="*/ 522 w 643"/>
              <a:gd name="T89" fmla="*/ 440 h 653"/>
              <a:gd name="T90" fmla="*/ 280 w 643"/>
              <a:gd name="T91" fmla="*/ 440 h 653"/>
              <a:gd name="T92" fmla="*/ 189 w 643"/>
              <a:gd name="T93" fmla="*/ 72 h 653"/>
              <a:gd name="T94" fmla="*/ 165 w 643"/>
              <a:gd name="T95" fmla="*/ 29 h 653"/>
              <a:gd name="T96" fmla="*/ 116 w 643"/>
              <a:gd name="T97" fmla="*/ 13 h 653"/>
              <a:gd name="T98" fmla="*/ 27 w 643"/>
              <a:gd name="T99" fmla="*/ 13 h 653"/>
              <a:gd name="T100" fmla="*/ 347 w 643"/>
              <a:gd name="T101" fmla="*/ 573 h 653"/>
              <a:gd name="T102" fmla="*/ 373 w 643"/>
              <a:gd name="T103" fmla="*/ 600 h 653"/>
              <a:gd name="T104" fmla="*/ 347 w 643"/>
              <a:gd name="T105" fmla="*/ 627 h 653"/>
              <a:gd name="T106" fmla="*/ 320 w 643"/>
              <a:gd name="T107" fmla="*/ 600 h 653"/>
              <a:gd name="T108" fmla="*/ 347 w 643"/>
              <a:gd name="T109" fmla="*/ 573 h 653"/>
              <a:gd name="T110" fmla="*/ 520 w 643"/>
              <a:gd name="T111" fmla="*/ 573 h 653"/>
              <a:gd name="T112" fmla="*/ 547 w 643"/>
              <a:gd name="T113" fmla="*/ 600 h 653"/>
              <a:gd name="T114" fmla="*/ 520 w 643"/>
              <a:gd name="T115" fmla="*/ 627 h 653"/>
              <a:gd name="T116" fmla="*/ 493 w 643"/>
              <a:gd name="T117" fmla="*/ 600 h 653"/>
              <a:gd name="T118" fmla="*/ 520 w 643"/>
              <a:gd name="T119" fmla="*/ 573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43" h="653">
                <a:moveTo>
                  <a:pt x="413" y="0"/>
                </a:moveTo>
                <a:cubicBezTo>
                  <a:pt x="406" y="0"/>
                  <a:pt x="400" y="6"/>
                  <a:pt x="400" y="13"/>
                </a:cubicBezTo>
                <a:lnTo>
                  <a:pt x="400" y="248"/>
                </a:lnTo>
                <a:lnTo>
                  <a:pt x="356" y="204"/>
                </a:lnTo>
                <a:cubicBezTo>
                  <a:pt x="354" y="201"/>
                  <a:pt x="350" y="200"/>
                  <a:pt x="347" y="200"/>
                </a:cubicBezTo>
                <a:cubicBezTo>
                  <a:pt x="335" y="200"/>
                  <a:pt x="329" y="215"/>
                  <a:pt x="337" y="223"/>
                </a:cubicBezTo>
                <a:lnTo>
                  <a:pt x="413" y="299"/>
                </a:lnTo>
                <a:lnTo>
                  <a:pt x="490" y="223"/>
                </a:lnTo>
                <a:cubicBezTo>
                  <a:pt x="503" y="210"/>
                  <a:pt x="483" y="191"/>
                  <a:pt x="471" y="204"/>
                </a:cubicBezTo>
                <a:lnTo>
                  <a:pt x="427" y="248"/>
                </a:lnTo>
                <a:lnTo>
                  <a:pt x="427" y="13"/>
                </a:lnTo>
                <a:cubicBezTo>
                  <a:pt x="427" y="6"/>
                  <a:pt x="421" y="0"/>
                  <a:pt x="413" y="0"/>
                </a:cubicBezTo>
                <a:close/>
                <a:moveTo>
                  <a:pt x="27" y="13"/>
                </a:moveTo>
                <a:cubicBezTo>
                  <a:pt x="12" y="13"/>
                  <a:pt x="0" y="25"/>
                  <a:pt x="0" y="40"/>
                </a:cubicBezTo>
                <a:cubicBezTo>
                  <a:pt x="0" y="55"/>
                  <a:pt x="12" y="67"/>
                  <a:pt x="27" y="67"/>
                </a:cubicBezTo>
                <a:cubicBezTo>
                  <a:pt x="41" y="67"/>
                  <a:pt x="53" y="55"/>
                  <a:pt x="53" y="40"/>
                </a:cubicBezTo>
                <a:cubicBezTo>
                  <a:pt x="74" y="40"/>
                  <a:pt x="95" y="40"/>
                  <a:pt x="116" y="40"/>
                </a:cubicBezTo>
                <a:cubicBezTo>
                  <a:pt x="132" y="40"/>
                  <a:pt x="141" y="43"/>
                  <a:pt x="147" y="49"/>
                </a:cubicBezTo>
                <a:cubicBezTo>
                  <a:pt x="154" y="55"/>
                  <a:pt x="159" y="65"/>
                  <a:pt x="163" y="80"/>
                </a:cubicBezTo>
                <a:lnTo>
                  <a:pt x="163" y="80"/>
                </a:lnTo>
                <a:lnTo>
                  <a:pt x="270" y="510"/>
                </a:lnTo>
                <a:lnTo>
                  <a:pt x="270" y="510"/>
                </a:lnTo>
                <a:cubicBezTo>
                  <a:pt x="274" y="525"/>
                  <a:pt x="278" y="541"/>
                  <a:pt x="289" y="553"/>
                </a:cubicBezTo>
                <a:cubicBezTo>
                  <a:pt x="293" y="559"/>
                  <a:pt x="299" y="563"/>
                  <a:pt x="306" y="566"/>
                </a:cubicBezTo>
                <a:cubicBezTo>
                  <a:pt x="298" y="575"/>
                  <a:pt x="293" y="587"/>
                  <a:pt x="293" y="600"/>
                </a:cubicBezTo>
                <a:cubicBezTo>
                  <a:pt x="293" y="629"/>
                  <a:pt x="317" y="653"/>
                  <a:pt x="347" y="653"/>
                </a:cubicBezTo>
                <a:cubicBezTo>
                  <a:pt x="376" y="653"/>
                  <a:pt x="400" y="629"/>
                  <a:pt x="400" y="600"/>
                </a:cubicBezTo>
                <a:cubicBezTo>
                  <a:pt x="400" y="590"/>
                  <a:pt x="397" y="581"/>
                  <a:pt x="393" y="573"/>
                </a:cubicBezTo>
                <a:lnTo>
                  <a:pt x="474" y="573"/>
                </a:lnTo>
                <a:cubicBezTo>
                  <a:pt x="470" y="581"/>
                  <a:pt x="467" y="590"/>
                  <a:pt x="467" y="600"/>
                </a:cubicBezTo>
                <a:cubicBezTo>
                  <a:pt x="467" y="629"/>
                  <a:pt x="491" y="653"/>
                  <a:pt x="520" y="653"/>
                </a:cubicBezTo>
                <a:cubicBezTo>
                  <a:pt x="549" y="653"/>
                  <a:pt x="573" y="629"/>
                  <a:pt x="573" y="600"/>
                </a:cubicBezTo>
                <a:cubicBezTo>
                  <a:pt x="573" y="586"/>
                  <a:pt x="568" y="574"/>
                  <a:pt x="559" y="564"/>
                </a:cubicBezTo>
                <a:cubicBezTo>
                  <a:pt x="562" y="556"/>
                  <a:pt x="556" y="547"/>
                  <a:pt x="547" y="547"/>
                </a:cubicBezTo>
                <a:cubicBezTo>
                  <a:pt x="477" y="547"/>
                  <a:pt x="403" y="547"/>
                  <a:pt x="343" y="547"/>
                </a:cubicBezTo>
                <a:cubicBezTo>
                  <a:pt x="322" y="547"/>
                  <a:pt x="314" y="542"/>
                  <a:pt x="309" y="536"/>
                </a:cubicBezTo>
                <a:cubicBezTo>
                  <a:pt x="303" y="529"/>
                  <a:pt x="299" y="518"/>
                  <a:pt x="295" y="503"/>
                </a:cubicBezTo>
                <a:lnTo>
                  <a:pt x="295" y="503"/>
                </a:lnTo>
                <a:lnTo>
                  <a:pt x="286" y="467"/>
                </a:lnTo>
                <a:lnTo>
                  <a:pt x="531" y="467"/>
                </a:lnTo>
                <a:cubicBezTo>
                  <a:pt x="536" y="467"/>
                  <a:pt x="541" y="463"/>
                  <a:pt x="543" y="458"/>
                </a:cubicBezTo>
                <a:lnTo>
                  <a:pt x="639" y="205"/>
                </a:lnTo>
                <a:cubicBezTo>
                  <a:pt x="643" y="196"/>
                  <a:pt x="636" y="186"/>
                  <a:pt x="626" y="187"/>
                </a:cubicBezTo>
                <a:cubicBezTo>
                  <a:pt x="621" y="187"/>
                  <a:pt x="616" y="190"/>
                  <a:pt x="614" y="195"/>
                </a:cubicBezTo>
                <a:lnTo>
                  <a:pt x="522" y="440"/>
                </a:lnTo>
                <a:lnTo>
                  <a:pt x="280" y="440"/>
                </a:lnTo>
                <a:cubicBezTo>
                  <a:pt x="249" y="318"/>
                  <a:pt x="219" y="195"/>
                  <a:pt x="189" y="72"/>
                </a:cubicBezTo>
                <a:cubicBezTo>
                  <a:pt x="184" y="55"/>
                  <a:pt x="177" y="40"/>
                  <a:pt x="165" y="29"/>
                </a:cubicBezTo>
                <a:cubicBezTo>
                  <a:pt x="153" y="19"/>
                  <a:pt x="136" y="13"/>
                  <a:pt x="116" y="13"/>
                </a:cubicBezTo>
                <a:cubicBezTo>
                  <a:pt x="86" y="13"/>
                  <a:pt x="56" y="14"/>
                  <a:pt x="27" y="13"/>
                </a:cubicBezTo>
                <a:close/>
                <a:moveTo>
                  <a:pt x="347" y="573"/>
                </a:moveTo>
                <a:cubicBezTo>
                  <a:pt x="362" y="573"/>
                  <a:pt x="373" y="585"/>
                  <a:pt x="373" y="600"/>
                </a:cubicBezTo>
                <a:cubicBezTo>
                  <a:pt x="373" y="615"/>
                  <a:pt x="362" y="627"/>
                  <a:pt x="347" y="627"/>
                </a:cubicBezTo>
                <a:cubicBezTo>
                  <a:pt x="332" y="627"/>
                  <a:pt x="320" y="615"/>
                  <a:pt x="320" y="600"/>
                </a:cubicBezTo>
                <a:cubicBezTo>
                  <a:pt x="320" y="585"/>
                  <a:pt x="332" y="573"/>
                  <a:pt x="347" y="573"/>
                </a:cubicBezTo>
                <a:close/>
                <a:moveTo>
                  <a:pt x="520" y="573"/>
                </a:moveTo>
                <a:cubicBezTo>
                  <a:pt x="535" y="573"/>
                  <a:pt x="547" y="585"/>
                  <a:pt x="547" y="600"/>
                </a:cubicBezTo>
                <a:cubicBezTo>
                  <a:pt x="547" y="615"/>
                  <a:pt x="535" y="627"/>
                  <a:pt x="520" y="627"/>
                </a:cubicBezTo>
                <a:cubicBezTo>
                  <a:pt x="505" y="627"/>
                  <a:pt x="493" y="615"/>
                  <a:pt x="493" y="600"/>
                </a:cubicBezTo>
                <a:cubicBezTo>
                  <a:pt x="493" y="585"/>
                  <a:pt x="505" y="573"/>
                  <a:pt x="520" y="573"/>
                </a:cubicBez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
        <p:nvSpPr>
          <p:cNvPr id="102" name="Add to Cart"/>
          <p:cNvSpPr>
            <a:spLocks noChangeAspect="1" noEditPoints="1"/>
          </p:cNvSpPr>
          <p:nvPr/>
        </p:nvSpPr>
        <p:spPr bwMode="auto">
          <a:xfrm>
            <a:off x="9795753" y="2763506"/>
            <a:ext cx="293909" cy="302907"/>
          </a:xfrm>
          <a:custGeom>
            <a:avLst/>
            <a:gdLst>
              <a:gd name="T0" fmla="*/ 413 w 643"/>
              <a:gd name="T1" fmla="*/ 0 h 653"/>
              <a:gd name="T2" fmla="*/ 400 w 643"/>
              <a:gd name="T3" fmla="*/ 13 h 653"/>
              <a:gd name="T4" fmla="*/ 400 w 643"/>
              <a:gd name="T5" fmla="*/ 248 h 653"/>
              <a:gd name="T6" fmla="*/ 356 w 643"/>
              <a:gd name="T7" fmla="*/ 204 h 653"/>
              <a:gd name="T8" fmla="*/ 347 w 643"/>
              <a:gd name="T9" fmla="*/ 200 h 653"/>
              <a:gd name="T10" fmla="*/ 337 w 643"/>
              <a:gd name="T11" fmla="*/ 223 h 653"/>
              <a:gd name="T12" fmla="*/ 413 w 643"/>
              <a:gd name="T13" fmla="*/ 299 h 653"/>
              <a:gd name="T14" fmla="*/ 490 w 643"/>
              <a:gd name="T15" fmla="*/ 223 h 653"/>
              <a:gd name="T16" fmla="*/ 471 w 643"/>
              <a:gd name="T17" fmla="*/ 204 h 653"/>
              <a:gd name="T18" fmla="*/ 427 w 643"/>
              <a:gd name="T19" fmla="*/ 248 h 653"/>
              <a:gd name="T20" fmla="*/ 427 w 643"/>
              <a:gd name="T21" fmla="*/ 13 h 653"/>
              <a:gd name="T22" fmla="*/ 413 w 643"/>
              <a:gd name="T23" fmla="*/ 0 h 653"/>
              <a:gd name="T24" fmla="*/ 27 w 643"/>
              <a:gd name="T25" fmla="*/ 13 h 653"/>
              <a:gd name="T26" fmla="*/ 0 w 643"/>
              <a:gd name="T27" fmla="*/ 40 h 653"/>
              <a:gd name="T28" fmla="*/ 27 w 643"/>
              <a:gd name="T29" fmla="*/ 67 h 653"/>
              <a:gd name="T30" fmla="*/ 53 w 643"/>
              <a:gd name="T31" fmla="*/ 40 h 653"/>
              <a:gd name="T32" fmla="*/ 116 w 643"/>
              <a:gd name="T33" fmla="*/ 40 h 653"/>
              <a:gd name="T34" fmla="*/ 147 w 643"/>
              <a:gd name="T35" fmla="*/ 49 h 653"/>
              <a:gd name="T36" fmla="*/ 163 w 643"/>
              <a:gd name="T37" fmla="*/ 80 h 653"/>
              <a:gd name="T38" fmla="*/ 163 w 643"/>
              <a:gd name="T39" fmla="*/ 80 h 653"/>
              <a:gd name="T40" fmla="*/ 270 w 643"/>
              <a:gd name="T41" fmla="*/ 510 h 653"/>
              <a:gd name="T42" fmla="*/ 270 w 643"/>
              <a:gd name="T43" fmla="*/ 510 h 653"/>
              <a:gd name="T44" fmla="*/ 289 w 643"/>
              <a:gd name="T45" fmla="*/ 553 h 653"/>
              <a:gd name="T46" fmla="*/ 306 w 643"/>
              <a:gd name="T47" fmla="*/ 566 h 653"/>
              <a:gd name="T48" fmla="*/ 293 w 643"/>
              <a:gd name="T49" fmla="*/ 600 h 653"/>
              <a:gd name="T50" fmla="*/ 347 w 643"/>
              <a:gd name="T51" fmla="*/ 653 h 653"/>
              <a:gd name="T52" fmla="*/ 400 w 643"/>
              <a:gd name="T53" fmla="*/ 600 h 653"/>
              <a:gd name="T54" fmla="*/ 393 w 643"/>
              <a:gd name="T55" fmla="*/ 573 h 653"/>
              <a:gd name="T56" fmla="*/ 474 w 643"/>
              <a:gd name="T57" fmla="*/ 573 h 653"/>
              <a:gd name="T58" fmla="*/ 467 w 643"/>
              <a:gd name="T59" fmla="*/ 600 h 653"/>
              <a:gd name="T60" fmla="*/ 520 w 643"/>
              <a:gd name="T61" fmla="*/ 653 h 653"/>
              <a:gd name="T62" fmla="*/ 573 w 643"/>
              <a:gd name="T63" fmla="*/ 600 h 653"/>
              <a:gd name="T64" fmla="*/ 559 w 643"/>
              <a:gd name="T65" fmla="*/ 564 h 653"/>
              <a:gd name="T66" fmla="*/ 547 w 643"/>
              <a:gd name="T67" fmla="*/ 547 h 653"/>
              <a:gd name="T68" fmla="*/ 343 w 643"/>
              <a:gd name="T69" fmla="*/ 547 h 653"/>
              <a:gd name="T70" fmla="*/ 309 w 643"/>
              <a:gd name="T71" fmla="*/ 536 h 653"/>
              <a:gd name="T72" fmla="*/ 295 w 643"/>
              <a:gd name="T73" fmla="*/ 503 h 653"/>
              <a:gd name="T74" fmla="*/ 295 w 643"/>
              <a:gd name="T75" fmla="*/ 503 h 653"/>
              <a:gd name="T76" fmla="*/ 286 w 643"/>
              <a:gd name="T77" fmla="*/ 467 h 653"/>
              <a:gd name="T78" fmla="*/ 531 w 643"/>
              <a:gd name="T79" fmla="*/ 467 h 653"/>
              <a:gd name="T80" fmla="*/ 543 w 643"/>
              <a:gd name="T81" fmla="*/ 458 h 653"/>
              <a:gd name="T82" fmla="*/ 639 w 643"/>
              <a:gd name="T83" fmla="*/ 205 h 653"/>
              <a:gd name="T84" fmla="*/ 626 w 643"/>
              <a:gd name="T85" fmla="*/ 187 h 653"/>
              <a:gd name="T86" fmla="*/ 614 w 643"/>
              <a:gd name="T87" fmla="*/ 195 h 653"/>
              <a:gd name="T88" fmla="*/ 522 w 643"/>
              <a:gd name="T89" fmla="*/ 440 h 653"/>
              <a:gd name="T90" fmla="*/ 280 w 643"/>
              <a:gd name="T91" fmla="*/ 440 h 653"/>
              <a:gd name="T92" fmla="*/ 189 w 643"/>
              <a:gd name="T93" fmla="*/ 72 h 653"/>
              <a:gd name="T94" fmla="*/ 165 w 643"/>
              <a:gd name="T95" fmla="*/ 29 h 653"/>
              <a:gd name="T96" fmla="*/ 116 w 643"/>
              <a:gd name="T97" fmla="*/ 13 h 653"/>
              <a:gd name="T98" fmla="*/ 27 w 643"/>
              <a:gd name="T99" fmla="*/ 13 h 653"/>
              <a:gd name="T100" fmla="*/ 347 w 643"/>
              <a:gd name="T101" fmla="*/ 573 h 653"/>
              <a:gd name="T102" fmla="*/ 373 w 643"/>
              <a:gd name="T103" fmla="*/ 600 h 653"/>
              <a:gd name="T104" fmla="*/ 347 w 643"/>
              <a:gd name="T105" fmla="*/ 627 h 653"/>
              <a:gd name="T106" fmla="*/ 320 w 643"/>
              <a:gd name="T107" fmla="*/ 600 h 653"/>
              <a:gd name="T108" fmla="*/ 347 w 643"/>
              <a:gd name="T109" fmla="*/ 573 h 653"/>
              <a:gd name="T110" fmla="*/ 520 w 643"/>
              <a:gd name="T111" fmla="*/ 573 h 653"/>
              <a:gd name="T112" fmla="*/ 547 w 643"/>
              <a:gd name="T113" fmla="*/ 600 h 653"/>
              <a:gd name="T114" fmla="*/ 520 w 643"/>
              <a:gd name="T115" fmla="*/ 627 h 653"/>
              <a:gd name="T116" fmla="*/ 493 w 643"/>
              <a:gd name="T117" fmla="*/ 600 h 653"/>
              <a:gd name="T118" fmla="*/ 520 w 643"/>
              <a:gd name="T119" fmla="*/ 573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43" h="653">
                <a:moveTo>
                  <a:pt x="413" y="0"/>
                </a:moveTo>
                <a:cubicBezTo>
                  <a:pt x="406" y="0"/>
                  <a:pt x="400" y="6"/>
                  <a:pt x="400" y="13"/>
                </a:cubicBezTo>
                <a:lnTo>
                  <a:pt x="400" y="248"/>
                </a:lnTo>
                <a:lnTo>
                  <a:pt x="356" y="204"/>
                </a:lnTo>
                <a:cubicBezTo>
                  <a:pt x="354" y="201"/>
                  <a:pt x="350" y="200"/>
                  <a:pt x="347" y="200"/>
                </a:cubicBezTo>
                <a:cubicBezTo>
                  <a:pt x="335" y="200"/>
                  <a:pt x="329" y="215"/>
                  <a:pt x="337" y="223"/>
                </a:cubicBezTo>
                <a:lnTo>
                  <a:pt x="413" y="299"/>
                </a:lnTo>
                <a:lnTo>
                  <a:pt x="490" y="223"/>
                </a:lnTo>
                <a:cubicBezTo>
                  <a:pt x="503" y="210"/>
                  <a:pt x="483" y="191"/>
                  <a:pt x="471" y="204"/>
                </a:cubicBezTo>
                <a:lnTo>
                  <a:pt x="427" y="248"/>
                </a:lnTo>
                <a:lnTo>
                  <a:pt x="427" y="13"/>
                </a:lnTo>
                <a:cubicBezTo>
                  <a:pt x="427" y="6"/>
                  <a:pt x="421" y="0"/>
                  <a:pt x="413" y="0"/>
                </a:cubicBezTo>
                <a:close/>
                <a:moveTo>
                  <a:pt x="27" y="13"/>
                </a:moveTo>
                <a:cubicBezTo>
                  <a:pt x="12" y="13"/>
                  <a:pt x="0" y="25"/>
                  <a:pt x="0" y="40"/>
                </a:cubicBezTo>
                <a:cubicBezTo>
                  <a:pt x="0" y="55"/>
                  <a:pt x="12" y="67"/>
                  <a:pt x="27" y="67"/>
                </a:cubicBezTo>
                <a:cubicBezTo>
                  <a:pt x="41" y="67"/>
                  <a:pt x="53" y="55"/>
                  <a:pt x="53" y="40"/>
                </a:cubicBezTo>
                <a:cubicBezTo>
                  <a:pt x="74" y="40"/>
                  <a:pt x="95" y="40"/>
                  <a:pt x="116" y="40"/>
                </a:cubicBezTo>
                <a:cubicBezTo>
                  <a:pt x="132" y="40"/>
                  <a:pt x="141" y="43"/>
                  <a:pt x="147" y="49"/>
                </a:cubicBezTo>
                <a:cubicBezTo>
                  <a:pt x="154" y="55"/>
                  <a:pt x="159" y="65"/>
                  <a:pt x="163" y="80"/>
                </a:cubicBezTo>
                <a:lnTo>
                  <a:pt x="163" y="80"/>
                </a:lnTo>
                <a:lnTo>
                  <a:pt x="270" y="510"/>
                </a:lnTo>
                <a:lnTo>
                  <a:pt x="270" y="510"/>
                </a:lnTo>
                <a:cubicBezTo>
                  <a:pt x="274" y="525"/>
                  <a:pt x="278" y="541"/>
                  <a:pt x="289" y="553"/>
                </a:cubicBezTo>
                <a:cubicBezTo>
                  <a:pt x="293" y="559"/>
                  <a:pt x="299" y="563"/>
                  <a:pt x="306" y="566"/>
                </a:cubicBezTo>
                <a:cubicBezTo>
                  <a:pt x="298" y="575"/>
                  <a:pt x="293" y="587"/>
                  <a:pt x="293" y="600"/>
                </a:cubicBezTo>
                <a:cubicBezTo>
                  <a:pt x="293" y="629"/>
                  <a:pt x="317" y="653"/>
                  <a:pt x="347" y="653"/>
                </a:cubicBezTo>
                <a:cubicBezTo>
                  <a:pt x="376" y="653"/>
                  <a:pt x="400" y="629"/>
                  <a:pt x="400" y="600"/>
                </a:cubicBezTo>
                <a:cubicBezTo>
                  <a:pt x="400" y="590"/>
                  <a:pt x="397" y="581"/>
                  <a:pt x="393" y="573"/>
                </a:cubicBezTo>
                <a:lnTo>
                  <a:pt x="474" y="573"/>
                </a:lnTo>
                <a:cubicBezTo>
                  <a:pt x="470" y="581"/>
                  <a:pt x="467" y="590"/>
                  <a:pt x="467" y="600"/>
                </a:cubicBezTo>
                <a:cubicBezTo>
                  <a:pt x="467" y="629"/>
                  <a:pt x="491" y="653"/>
                  <a:pt x="520" y="653"/>
                </a:cubicBezTo>
                <a:cubicBezTo>
                  <a:pt x="549" y="653"/>
                  <a:pt x="573" y="629"/>
                  <a:pt x="573" y="600"/>
                </a:cubicBezTo>
                <a:cubicBezTo>
                  <a:pt x="573" y="586"/>
                  <a:pt x="568" y="574"/>
                  <a:pt x="559" y="564"/>
                </a:cubicBezTo>
                <a:cubicBezTo>
                  <a:pt x="562" y="556"/>
                  <a:pt x="556" y="547"/>
                  <a:pt x="547" y="547"/>
                </a:cubicBezTo>
                <a:cubicBezTo>
                  <a:pt x="477" y="547"/>
                  <a:pt x="403" y="547"/>
                  <a:pt x="343" y="547"/>
                </a:cubicBezTo>
                <a:cubicBezTo>
                  <a:pt x="322" y="547"/>
                  <a:pt x="314" y="542"/>
                  <a:pt x="309" y="536"/>
                </a:cubicBezTo>
                <a:cubicBezTo>
                  <a:pt x="303" y="529"/>
                  <a:pt x="299" y="518"/>
                  <a:pt x="295" y="503"/>
                </a:cubicBezTo>
                <a:lnTo>
                  <a:pt x="295" y="503"/>
                </a:lnTo>
                <a:lnTo>
                  <a:pt x="286" y="467"/>
                </a:lnTo>
                <a:lnTo>
                  <a:pt x="531" y="467"/>
                </a:lnTo>
                <a:cubicBezTo>
                  <a:pt x="536" y="467"/>
                  <a:pt x="541" y="463"/>
                  <a:pt x="543" y="458"/>
                </a:cubicBezTo>
                <a:lnTo>
                  <a:pt x="639" y="205"/>
                </a:lnTo>
                <a:cubicBezTo>
                  <a:pt x="643" y="196"/>
                  <a:pt x="636" y="186"/>
                  <a:pt x="626" y="187"/>
                </a:cubicBezTo>
                <a:cubicBezTo>
                  <a:pt x="621" y="187"/>
                  <a:pt x="616" y="190"/>
                  <a:pt x="614" y="195"/>
                </a:cubicBezTo>
                <a:lnTo>
                  <a:pt x="522" y="440"/>
                </a:lnTo>
                <a:lnTo>
                  <a:pt x="280" y="440"/>
                </a:lnTo>
                <a:cubicBezTo>
                  <a:pt x="249" y="318"/>
                  <a:pt x="219" y="195"/>
                  <a:pt x="189" y="72"/>
                </a:cubicBezTo>
                <a:cubicBezTo>
                  <a:pt x="184" y="55"/>
                  <a:pt x="177" y="40"/>
                  <a:pt x="165" y="29"/>
                </a:cubicBezTo>
                <a:cubicBezTo>
                  <a:pt x="153" y="19"/>
                  <a:pt x="136" y="13"/>
                  <a:pt x="116" y="13"/>
                </a:cubicBezTo>
                <a:cubicBezTo>
                  <a:pt x="86" y="13"/>
                  <a:pt x="56" y="14"/>
                  <a:pt x="27" y="13"/>
                </a:cubicBezTo>
                <a:close/>
                <a:moveTo>
                  <a:pt x="347" y="573"/>
                </a:moveTo>
                <a:cubicBezTo>
                  <a:pt x="362" y="573"/>
                  <a:pt x="373" y="585"/>
                  <a:pt x="373" y="600"/>
                </a:cubicBezTo>
                <a:cubicBezTo>
                  <a:pt x="373" y="615"/>
                  <a:pt x="362" y="627"/>
                  <a:pt x="347" y="627"/>
                </a:cubicBezTo>
                <a:cubicBezTo>
                  <a:pt x="332" y="627"/>
                  <a:pt x="320" y="615"/>
                  <a:pt x="320" y="600"/>
                </a:cubicBezTo>
                <a:cubicBezTo>
                  <a:pt x="320" y="585"/>
                  <a:pt x="332" y="573"/>
                  <a:pt x="347" y="573"/>
                </a:cubicBezTo>
                <a:close/>
                <a:moveTo>
                  <a:pt x="520" y="573"/>
                </a:moveTo>
                <a:cubicBezTo>
                  <a:pt x="535" y="573"/>
                  <a:pt x="547" y="585"/>
                  <a:pt x="547" y="600"/>
                </a:cubicBezTo>
                <a:cubicBezTo>
                  <a:pt x="547" y="615"/>
                  <a:pt x="535" y="627"/>
                  <a:pt x="520" y="627"/>
                </a:cubicBezTo>
                <a:cubicBezTo>
                  <a:pt x="505" y="627"/>
                  <a:pt x="493" y="615"/>
                  <a:pt x="493" y="600"/>
                </a:cubicBezTo>
                <a:cubicBezTo>
                  <a:pt x="493" y="585"/>
                  <a:pt x="505" y="573"/>
                  <a:pt x="520" y="573"/>
                </a:cubicBez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
        <p:nvSpPr>
          <p:cNvPr id="103" name="Add to Cart"/>
          <p:cNvSpPr>
            <a:spLocks noChangeAspect="1" noEditPoints="1"/>
          </p:cNvSpPr>
          <p:nvPr/>
        </p:nvSpPr>
        <p:spPr bwMode="auto">
          <a:xfrm>
            <a:off x="9795753" y="3141158"/>
            <a:ext cx="293909" cy="302907"/>
          </a:xfrm>
          <a:custGeom>
            <a:avLst/>
            <a:gdLst>
              <a:gd name="T0" fmla="*/ 413 w 643"/>
              <a:gd name="T1" fmla="*/ 0 h 653"/>
              <a:gd name="T2" fmla="*/ 400 w 643"/>
              <a:gd name="T3" fmla="*/ 13 h 653"/>
              <a:gd name="T4" fmla="*/ 400 w 643"/>
              <a:gd name="T5" fmla="*/ 248 h 653"/>
              <a:gd name="T6" fmla="*/ 356 w 643"/>
              <a:gd name="T7" fmla="*/ 204 h 653"/>
              <a:gd name="T8" fmla="*/ 347 w 643"/>
              <a:gd name="T9" fmla="*/ 200 h 653"/>
              <a:gd name="T10" fmla="*/ 337 w 643"/>
              <a:gd name="T11" fmla="*/ 223 h 653"/>
              <a:gd name="T12" fmla="*/ 413 w 643"/>
              <a:gd name="T13" fmla="*/ 299 h 653"/>
              <a:gd name="T14" fmla="*/ 490 w 643"/>
              <a:gd name="T15" fmla="*/ 223 h 653"/>
              <a:gd name="T16" fmla="*/ 471 w 643"/>
              <a:gd name="T17" fmla="*/ 204 h 653"/>
              <a:gd name="T18" fmla="*/ 427 w 643"/>
              <a:gd name="T19" fmla="*/ 248 h 653"/>
              <a:gd name="T20" fmla="*/ 427 w 643"/>
              <a:gd name="T21" fmla="*/ 13 h 653"/>
              <a:gd name="T22" fmla="*/ 413 w 643"/>
              <a:gd name="T23" fmla="*/ 0 h 653"/>
              <a:gd name="T24" fmla="*/ 27 w 643"/>
              <a:gd name="T25" fmla="*/ 13 h 653"/>
              <a:gd name="T26" fmla="*/ 0 w 643"/>
              <a:gd name="T27" fmla="*/ 40 h 653"/>
              <a:gd name="T28" fmla="*/ 27 w 643"/>
              <a:gd name="T29" fmla="*/ 67 h 653"/>
              <a:gd name="T30" fmla="*/ 53 w 643"/>
              <a:gd name="T31" fmla="*/ 40 h 653"/>
              <a:gd name="T32" fmla="*/ 116 w 643"/>
              <a:gd name="T33" fmla="*/ 40 h 653"/>
              <a:gd name="T34" fmla="*/ 147 w 643"/>
              <a:gd name="T35" fmla="*/ 49 h 653"/>
              <a:gd name="T36" fmla="*/ 163 w 643"/>
              <a:gd name="T37" fmla="*/ 80 h 653"/>
              <a:gd name="T38" fmla="*/ 163 w 643"/>
              <a:gd name="T39" fmla="*/ 80 h 653"/>
              <a:gd name="T40" fmla="*/ 270 w 643"/>
              <a:gd name="T41" fmla="*/ 510 h 653"/>
              <a:gd name="T42" fmla="*/ 270 w 643"/>
              <a:gd name="T43" fmla="*/ 510 h 653"/>
              <a:gd name="T44" fmla="*/ 289 w 643"/>
              <a:gd name="T45" fmla="*/ 553 h 653"/>
              <a:gd name="T46" fmla="*/ 306 w 643"/>
              <a:gd name="T47" fmla="*/ 566 h 653"/>
              <a:gd name="T48" fmla="*/ 293 w 643"/>
              <a:gd name="T49" fmla="*/ 600 h 653"/>
              <a:gd name="T50" fmla="*/ 347 w 643"/>
              <a:gd name="T51" fmla="*/ 653 h 653"/>
              <a:gd name="T52" fmla="*/ 400 w 643"/>
              <a:gd name="T53" fmla="*/ 600 h 653"/>
              <a:gd name="T54" fmla="*/ 393 w 643"/>
              <a:gd name="T55" fmla="*/ 573 h 653"/>
              <a:gd name="T56" fmla="*/ 474 w 643"/>
              <a:gd name="T57" fmla="*/ 573 h 653"/>
              <a:gd name="T58" fmla="*/ 467 w 643"/>
              <a:gd name="T59" fmla="*/ 600 h 653"/>
              <a:gd name="T60" fmla="*/ 520 w 643"/>
              <a:gd name="T61" fmla="*/ 653 h 653"/>
              <a:gd name="T62" fmla="*/ 573 w 643"/>
              <a:gd name="T63" fmla="*/ 600 h 653"/>
              <a:gd name="T64" fmla="*/ 559 w 643"/>
              <a:gd name="T65" fmla="*/ 564 h 653"/>
              <a:gd name="T66" fmla="*/ 547 w 643"/>
              <a:gd name="T67" fmla="*/ 547 h 653"/>
              <a:gd name="T68" fmla="*/ 343 w 643"/>
              <a:gd name="T69" fmla="*/ 547 h 653"/>
              <a:gd name="T70" fmla="*/ 309 w 643"/>
              <a:gd name="T71" fmla="*/ 536 h 653"/>
              <a:gd name="T72" fmla="*/ 295 w 643"/>
              <a:gd name="T73" fmla="*/ 503 h 653"/>
              <a:gd name="T74" fmla="*/ 295 w 643"/>
              <a:gd name="T75" fmla="*/ 503 h 653"/>
              <a:gd name="T76" fmla="*/ 286 w 643"/>
              <a:gd name="T77" fmla="*/ 467 h 653"/>
              <a:gd name="T78" fmla="*/ 531 w 643"/>
              <a:gd name="T79" fmla="*/ 467 h 653"/>
              <a:gd name="T80" fmla="*/ 543 w 643"/>
              <a:gd name="T81" fmla="*/ 458 h 653"/>
              <a:gd name="T82" fmla="*/ 639 w 643"/>
              <a:gd name="T83" fmla="*/ 205 h 653"/>
              <a:gd name="T84" fmla="*/ 626 w 643"/>
              <a:gd name="T85" fmla="*/ 187 h 653"/>
              <a:gd name="T86" fmla="*/ 614 w 643"/>
              <a:gd name="T87" fmla="*/ 195 h 653"/>
              <a:gd name="T88" fmla="*/ 522 w 643"/>
              <a:gd name="T89" fmla="*/ 440 h 653"/>
              <a:gd name="T90" fmla="*/ 280 w 643"/>
              <a:gd name="T91" fmla="*/ 440 h 653"/>
              <a:gd name="T92" fmla="*/ 189 w 643"/>
              <a:gd name="T93" fmla="*/ 72 h 653"/>
              <a:gd name="T94" fmla="*/ 165 w 643"/>
              <a:gd name="T95" fmla="*/ 29 h 653"/>
              <a:gd name="T96" fmla="*/ 116 w 643"/>
              <a:gd name="T97" fmla="*/ 13 h 653"/>
              <a:gd name="T98" fmla="*/ 27 w 643"/>
              <a:gd name="T99" fmla="*/ 13 h 653"/>
              <a:gd name="T100" fmla="*/ 347 w 643"/>
              <a:gd name="T101" fmla="*/ 573 h 653"/>
              <a:gd name="T102" fmla="*/ 373 w 643"/>
              <a:gd name="T103" fmla="*/ 600 h 653"/>
              <a:gd name="T104" fmla="*/ 347 w 643"/>
              <a:gd name="T105" fmla="*/ 627 h 653"/>
              <a:gd name="T106" fmla="*/ 320 w 643"/>
              <a:gd name="T107" fmla="*/ 600 h 653"/>
              <a:gd name="T108" fmla="*/ 347 w 643"/>
              <a:gd name="T109" fmla="*/ 573 h 653"/>
              <a:gd name="T110" fmla="*/ 520 w 643"/>
              <a:gd name="T111" fmla="*/ 573 h 653"/>
              <a:gd name="T112" fmla="*/ 547 w 643"/>
              <a:gd name="T113" fmla="*/ 600 h 653"/>
              <a:gd name="T114" fmla="*/ 520 w 643"/>
              <a:gd name="T115" fmla="*/ 627 h 653"/>
              <a:gd name="T116" fmla="*/ 493 w 643"/>
              <a:gd name="T117" fmla="*/ 600 h 653"/>
              <a:gd name="T118" fmla="*/ 520 w 643"/>
              <a:gd name="T119" fmla="*/ 573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43" h="653">
                <a:moveTo>
                  <a:pt x="413" y="0"/>
                </a:moveTo>
                <a:cubicBezTo>
                  <a:pt x="406" y="0"/>
                  <a:pt x="400" y="6"/>
                  <a:pt x="400" y="13"/>
                </a:cubicBezTo>
                <a:lnTo>
                  <a:pt x="400" y="248"/>
                </a:lnTo>
                <a:lnTo>
                  <a:pt x="356" y="204"/>
                </a:lnTo>
                <a:cubicBezTo>
                  <a:pt x="354" y="201"/>
                  <a:pt x="350" y="200"/>
                  <a:pt x="347" y="200"/>
                </a:cubicBezTo>
                <a:cubicBezTo>
                  <a:pt x="335" y="200"/>
                  <a:pt x="329" y="215"/>
                  <a:pt x="337" y="223"/>
                </a:cubicBezTo>
                <a:lnTo>
                  <a:pt x="413" y="299"/>
                </a:lnTo>
                <a:lnTo>
                  <a:pt x="490" y="223"/>
                </a:lnTo>
                <a:cubicBezTo>
                  <a:pt x="503" y="210"/>
                  <a:pt x="483" y="191"/>
                  <a:pt x="471" y="204"/>
                </a:cubicBezTo>
                <a:lnTo>
                  <a:pt x="427" y="248"/>
                </a:lnTo>
                <a:lnTo>
                  <a:pt x="427" y="13"/>
                </a:lnTo>
                <a:cubicBezTo>
                  <a:pt x="427" y="6"/>
                  <a:pt x="421" y="0"/>
                  <a:pt x="413" y="0"/>
                </a:cubicBezTo>
                <a:close/>
                <a:moveTo>
                  <a:pt x="27" y="13"/>
                </a:moveTo>
                <a:cubicBezTo>
                  <a:pt x="12" y="13"/>
                  <a:pt x="0" y="25"/>
                  <a:pt x="0" y="40"/>
                </a:cubicBezTo>
                <a:cubicBezTo>
                  <a:pt x="0" y="55"/>
                  <a:pt x="12" y="67"/>
                  <a:pt x="27" y="67"/>
                </a:cubicBezTo>
                <a:cubicBezTo>
                  <a:pt x="41" y="67"/>
                  <a:pt x="53" y="55"/>
                  <a:pt x="53" y="40"/>
                </a:cubicBezTo>
                <a:cubicBezTo>
                  <a:pt x="74" y="40"/>
                  <a:pt x="95" y="40"/>
                  <a:pt x="116" y="40"/>
                </a:cubicBezTo>
                <a:cubicBezTo>
                  <a:pt x="132" y="40"/>
                  <a:pt x="141" y="43"/>
                  <a:pt x="147" y="49"/>
                </a:cubicBezTo>
                <a:cubicBezTo>
                  <a:pt x="154" y="55"/>
                  <a:pt x="159" y="65"/>
                  <a:pt x="163" y="80"/>
                </a:cubicBezTo>
                <a:lnTo>
                  <a:pt x="163" y="80"/>
                </a:lnTo>
                <a:lnTo>
                  <a:pt x="270" y="510"/>
                </a:lnTo>
                <a:lnTo>
                  <a:pt x="270" y="510"/>
                </a:lnTo>
                <a:cubicBezTo>
                  <a:pt x="274" y="525"/>
                  <a:pt x="278" y="541"/>
                  <a:pt x="289" y="553"/>
                </a:cubicBezTo>
                <a:cubicBezTo>
                  <a:pt x="293" y="559"/>
                  <a:pt x="299" y="563"/>
                  <a:pt x="306" y="566"/>
                </a:cubicBezTo>
                <a:cubicBezTo>
                  <a:pt x="298" y="575"/>
                  <a:pt x="293" y="587"/>
                  <a:pt x="293" y="600"/>
                </a:cubicBezTo>
                <a:cubicBezTo>
                  <a:pt x="293" y="629"/>
                  <a:pt x="317" y="653"/>
                  <a:pt x="347" y="653"/>
                </a:cubicBezTo>
                <a:cubicBezTo>
                  <a:pt x="376" y="653"/>
                  <a:pt x="400" y="629"/>
                  <a:pt x="400" y="600"/>
                </a:cubicBezTo>
                <a:cubicBezTo>
                  <a:pt x="400" y="590"/>
                  <a:pt x="397" y="581"/>
                  <a:pt x="393" y="573"/>
                </a:cubicBezTo>
                <a:lnTo>
                  <a:pt x="474" y="573"/>
                </a:lnTo>
                <a:cubicBezTo>
                  <a:pt x="470" y="581"/>
                  <a:pt x="467" y="590"/>
                  <a:pt x="467" y="600"/>
                </a:cubicBezTo>
                <a:cubicBezTo>
                  <a:pt x="467" y="629"/>
                  <a:pt x="491" y="653"/>
                  <a:pt x="520" y="653"/>
                </a:cubicBezTo>
                <a:cubicBezTo>
                  <a:pt x="549" y="653"/>
                  <a:pt x="573" y="629"/>
                  <a:pt x="573" y="600"/>
                </a:cubicBezTo>
                <a:cubicBezTo>
                  <a:pt x="573" y="586"/>
                  <a:pt x="568" y="574"/>
                  <a:pt x="559" y="564"/>
                </a:cubicBezTo>
                <a:cubicBezTo>
                  <a:pt x="562" y="556"/>
                  <a:pt x="556" y="547"/>
                  <a:pt x="547" y="547"/>
                </a:cubicBezTo>
                <a:cubicBezTo>
                  <a:pt x="477" y="547"/>
                  <a:pt x="403" y="547"/>
                  <a:pt x="343" y="547"/>
                </a:cubicBezTo>
                <a:cubicBezTo>
                  <a:pt x="322" y="547"/>
                  <a:pt x="314" y="542"/>
                  <a:pt x="309" y="536"/>
                </a:cubicBezTo>
                <a:cubicBezTo>
                  <a:pt x="303" y="529"/>
                  <a:pt x="299" y="518"/>
                  <a:pt x="295" y="503"/>
                </a:cubicBezTo>
                <a:lnTo>
                  <a:pt x="295" y="503"/>
                </a:lnTo>
                <a:lnTo>
                  <a:pt x="286" y="467"/>
                </a:lnTo>
                <a:lnTo>
                  <a:pt x="531" y="467"/>
                </a:lnTo>
                <a:cubicBezTo>
                  <a:pt x="536" y="467"/>
                  <a:pt x="541" y="463"/>
                  <a:pt x="543" y="458"/>
                </a:cubicBezTo>
                <a:lnTo>
                  <a:pt x="639" y="205"/>
                </a:lnTo>
                <a:cubicBezTo>
                  <a:pt x="643" y="196"/>
                  <a:pt x="636" y="186"/>
                  <a:pt x="626" y="187"/>
                </a:cubicBezTo>
                <a:cubicBezTo>
                  <a:pt x="621" y="187"/>
                  <a:pt x="616" y="190"/>
                  <a:pt x="614" y="195"/>
                </a:cubicBezTo>
                <a:lnTo>
                  <a:pt x="522" y="440"/>
                </a:lnTo>
                <a:lnTo>
                  <a:pt x="280" y="440"/>
                </a:lnTo>
                <a:cubicBezTo>
                  <a:pt x="249" y="318"/>
                  <a:pt x="219" y="195"/>
                  <a:pt x="189" y="72"/>
                </a:cubicBezTo>
                <a:cubicBezTo>
                  <a:pt x="184" y="55"/>
                  <a:pt x="177" y="40"/>
                  <a:pt x="165" y="29"/>
                </a:cubicBezTo>
                <a:cubicBezTo>
                  <a:pt x="153" y="19"/>
                  <a:pt x="136" y="13"/>
                  <a:pt x="116" y="13"/>
                </a:cubicBezTo>
                <a:cubicBezTo>
                  <a:pt x="86" y="13"/>
                  <a:pt x="56" y="14"/>
                  <a:pt x="27" y="13"/>
                </a:cubicBezTo>
                <a:close/>
                <a:moveTo>
                  <a:pt x="347" y="573"/>
                </a:moveTo>
                <a:cubicBezTo>
                  <a:pt x="362" y="573"/>
                  <a:pt x="373" y="585"/>
                  <a:pt x="373" y="600"/>
                </a:cubicBezTo>
                <a:cubicBezTo>
                  <a:pt x="373" y="615"/>
                  <a:pt x="362" y="627"/>
                  <a:pt x="347" y="627"/>
                </a:cubicBezTo>
                <a:cubicBezTo>
                  <a:pt x="332" y="627"/>
                  <a:pt x="320" y="615"/>
                  <a:pt x="320" y="600"/>
                </a:cubicBezTo>
                <a:cubicBezTo>
                  <a:pt x="320" y="585"/>
                  <a:pt x="332" y="573"/>
                  <a:pt x="347" y="573"/>
                </a:cubicBezTo>
                <a:close/>
                <a:moveTo>
                  <a:pt x="520" y="573"/>
                </a:moveTo>
                <a:cubicBezTo>
                  <a:pt x="535" y="573"/>
                  <a:pt x="547" y="585"/>
                  <a:pt x="547" y="600"/>
                </a:cubicBezTo>
                <a:cubicBezTo>
                  <a:pt x="547" y="615"/>
                  <a:pt x="535" y="627"/>
                  <a:pt x="520" y="627"/>
                </a:cubicBezTo>
                <a:cubicBezTo>
                  <a:pt x="505" y="627"/>
                  <a:pt x="493" y="615"/>
                  <a:pt x="493" y="600"/>
                </a:cubicBezTo>
                <a:cubicBezTo>
                  <a:pt x="493" y="585"/>
                  <a:pt x="505" y="573"/>
                  <a:pt x="520" y="573"/>
                </a:cubicBez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
        <p:nvSpPr>
          <p:cNvPr id="104" name="Add to Cart"/>
          <p:cNvSpPr>
            <a:spLocks noChangeAspect="1" noEditPoints="1"/>
          </p:cNvSpPr>
          <p:nvPr/>
        </p:nvSpPr>
        <p:spPr bwMode="auto">
          <a:xfrm>
            <a:off x="9795753" y="3506090"/>
            <a:ext cx="293909" cy="302907"/>
          </a:xfrm>
          <a:custGeom>
            <a:avLst/>
            <a:gdLst>
              <a:gd name="T0" fmla="*/ 413 w 643"/>
              <a:gd name="T1" fmla="*/ 0 h 653"/>
              <a:gd name="T2" fmla="*/ 400 w 643"/>
              <a:gd name="T3" fmla="*/ 13 h 653"/>
              <a:gd name="T4" fmla="*/ 400 w 643"/>
              <a:gd name="T5" fmla="*/ 248 h 653"/>
              <a:gd name="T6" fmla="*/ 356 w 643"/>
              <a:gd name="T7" fmla="*/ 204 h 653"/>
              <a:gd name="T8" fmla="*/ 347 w 643"/>
              <a:gd name="T9" fmla="*/ 200 h 653"/>
              <a:gd name="T10" fmla="*/ 337 w 643"/>
              <a:gd name="T11" fmla="*/ 223 h 653"/>
              <a:gd name="T12" fmla="*/ 413 w 643"/>
              <a:gd name="T13" fmla="*/ 299 h 653"/>
              <a:gd name="T14" fmla="*/ 490 w 643"/>
              <a:gd name="T15" fmla="*/ 223 h 653"/>
              <a:gd name="T16" fmla="*/ 471 w 643"/>
              <a:gd name="T17" fmla="*/ 204 h 653"/>
              <a:gd name="T18" fmla="*/ 427 w 643"/>
              <a:gd name="T19" fmla="*/ 248 h 653"/>
              <a:gd name="T20" fmla="*/ 427 w 643"/>
              <a:gd name="T21" fmla="*/ 13 h 653"/>
              <a:gd name="T22" fmla="*/ 413 w 643"/>
              <a:gd name="T23" fmla="*/ 0 h 653"/>
              <a:gd name="T24" fmla="*/ 27 w 643"/>
              <a:gd name="T25" fmla="*/ 13 h 653"/>
              <a:gd name="T26" fmla="*/ 0 w 643"/>
              <a:gd name="T27" fmla="*/ 40 h 653"/>
              <a:gd name="T28" fmla="*/ 27 w 643"/>
              <a:gd name="T29" fmla="*/ 67 h 653"/>
              <a:gd name="T30" fmla="*/ 53 w 643"/>
              <a:gd name="T31" fmla="*/ 40 h 653"/>
              <a:gd name="T32" fmla="*/ 116 w 643"/>
              <a:gd name="T33" fmla="*/ 40 h 653"/>
              <a:gd name="T34" fmla="*/ 147 w 643"/>
              <a:gd name="T35" fmla="*/ 49 h 653"/>
              <a:gd name="T36" fmla="*/ 163 w 643"/>
              <a:gd name="T37" fmla="*/ 80 h 653"/>
              <a:gd name="T38" fmla="*/ 163 w 643"/>
              <a:gd name="T39" fmla="*/ 80 h 653"/>
              <a:gd name="T40" fmla="*/ 270 w 643"/>
              <a:gd name="T41" fmla="*/ 510 h 653"/>
              <a:gd name="T42" fmla="*/ 270 w 643"/>
              <a:gd name="T43" fmla="*/ 510 h 653"/>
              <a:gd name="T44" fmla="*/ 289 w 643"/>
              <a:gd name="T45" fmla="*/ 553 h 653"/>
              <a:gd name="T46" fmla="*/ 306 w 643"/>
              <a:gd name="T47" fmla="*/ 566 h 653"/>
              <a:gd name="T48" fmla="*/ 293 w 643"/>
              <a:gd name="T49" fmla="*/ 600 h 653"/>
              <a:gd name="T50" fmla="*/ 347 w 643"/>
              <a:gd name="T51" fmla="*/ 653 h 653"/>
              <a:gd name="T52" fmla="*/ 400 w 643"/>
              <a:gd name="T53" fmla="*/ 600 h 653"/>
              <a:gd name="T54" fmla="*/ 393 w 643"/>
              <a:gd name="T55" fmla="*/ 573 h 653"/>
              <a:gd name="T56" fmla="*/ 474 w 643"/>
              <a:gd name="T57" fmla="*/ 573 h 653"/>
              <a:gd name="T58" fmla="*/ 467 w 643"/>
              <a:gd name="T59" fmla="*/ 600 h 653"/>
              <a:gd name="T60" fmla="*/ 520 w 643"/>
              <a:gd name="T61" fmla="*/ 653 h 653"/>
              <a:gd name="T62" fmla="*/ 573 w 643"/>
              <a:gd name="T63" fmla="*/ 600 h 653"/>
              <a:gd name="T64" fmla="*/ 559 w 643"/>
              <a:gd name="T65" fmla="*/ 564 h 653"/>
              <a:gd name="T66" fmla="*/ 547 w 643"/>
              <a:gd name="T67" fmla="*/ 547 h 653"/>
              <a:gd name="T68" fmla="*/ 343 w 643"/>
              <a:gd name="T69" fmla="*/ 547 h 653"/>
              <a:gd name="T70" fmla="*/ 309 w 643"/>
              <a:gd name="T71" fmla="*/ 536 h 653"/>
              <a:gd name="T72" fmla="*/ 295 w 643"/>
              <a:gd name="T73" fmla="*/ 503 h 653"/>
              <a:gd name="T74" fmla="*/ 295 w 643"/>
              <a:gd name="T75" fmla="*/ 503 h 653"/>
              <a:gd name="T76" fmla="*/ 286 w 643"/>
              <a:gd name="T77" fmla="*/ 467 h 653"/>
              <a:gd name="T78" fmla="*/ 531 w 643"/>
              <a:gd name="T79" fmla="*/ 467 h 653"/>
              <a:gd name="T80" fmla="*/ 543 w 643"/>
              <a:gd name="T81" fmla="*/ 458 h 653"/>
              <a:gd name="T82" fmla="*/ 639 w 643"/>
              <a:gd name="T83" fmla="*/ 205 h 653"/>
              <a:gd name="T84" fmla="*/ 626 w 643"/>
              <a:gd name="T85" fmla="*/ 187 h 653"/>
              <a:gd name="T86" fmla="*/ 614 w 643"/>
              <a:gd name="T87" fmla="*/ 195 h 653"/>
              <a:gd name="T88" fmla="*/ 522 w 643"/>
              <a:gd name="T89" fmla="*/ 440 h 653"/>
              <a:gd name="T90" fmla="*/ 280 w 643"/>
              <a:gd name="T91" fmla="*/ 440 h 653"/>
              <a:gd name="T92" fmla="*/ 189 w 643"/>
              <a:gd name="T93" fmla="*/ 72 h 653"/>
              <a:gd name="T94" fmla="*/ 165 w 643"/>
              <a:gd name="T95" fmla="*/ 29 h 653"/>
              <a:gd name="T96" fmla="*/ 116 w 643"/>
              <a:gd name="T97" fmla="*/ 13 h 653"/>
              <a:gd name="T98" fmla="*/ 27 w 643"/>
              <a:gd name="T99" fmla="*/ 13 h 653"/>
              <a:gd name="T100" fmla="*/ 347 w 643"/>
              <a:gd name="T101" fmla="*/ 573 h 653"/>
              <a:gd name="T102" fmla="*/ 373 w 643"/>
              <a:gd name="T103" fmla="*/ 600 h 653"/>
              <a:gd name="T104" fmla="*/ 347 w 643"/>
              <a:gd name="T105" fmla="*/ 627 h 653"/>
              <a:gd name="T106" fmla="*/ 320 w 643"/>
              <a:gd name="T107" fmla="*/ 600 h 653"/>
              <a:gd name="T108" fmla="*/ 347 w 643"/>
              <a:gd name="T109" fmla="*/ 573 h 653"/>
              <a:gd name="T110" fmla="*/ 520 w 643"/>
              <a:gd name="T111" fmla="*/ 573 h 653"/>
              <a:gd name="T112" fmla="*/ 547 w 643"/>
              <a:gd name="T113" fmla="*/ 600 h 653"/>
              <a:gd name="T114" fmla="*/ 520 w 643"/>
              <a:gd name="T115" fmla="*/ 627 h 653"/>
              <a:gd name="T116" fmla="*/ 493 w 643"/>
              <a:gd name="T117" fmla="*/ 600 h 653"/>
              <a:gd name="T118" fmla="*/ 520 w 643"/>
              <a:gd name="T119" fmla="*/ 573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43" h="653">
                <a:moveTo>
                  <a:pt x="413" y="0"/>
                </a:moveTo>
                <a:cubicBezTo>
                  <a:pt x="406" y="0"/>
                  <a:pt x="400" y="6"/>
                  <a:pt x="400" y="13"/>
                </a:cubicBezTo>
                <a:lnTo>
                  <a:pt x="400" y="248"/>
                </a:lnTo>
                <a:lnTo>
                  <a:pt x="356" y="204"/>
                </a:lnTo>
                <a:cubicBezTo>
                  <a:pt x="354" y="201"/>
                  <a:pt x="350" y="200"/>
                  <a:pt x="347" y="200"/>
                </a:cubicBezTo>
                <a:cubicBezTo>
                  <a:pt x="335" y="200"/>
                  <a:pt x="329" y="215"/>
                  <a:pt x="337" y="223"/>
                </a:cubicBezTo>
                <a:lnTo>
                  <a:pt x="413" y="299"/>
                </a:lnTo>
                <a:lnTo>
                  <a:pt x="490" y="223"/>
                </a:lnTo>
                <a:cubicBezTo>
                  <a:pt x="503" y="210"/>
                  <a:pt x="483" y="191"/>
                  <a:pt x="471" y="204"/>
                </a:cubicBezTo>
                <a:lnTo>
                  <a:pt x="427" y="248"/>
                </a:lnTo>
                <a:lnTo>
                  <a:pt x="427" y="13"/>
                </a:lnTo>
                <a:cubicBezTo>
                  <a:pt x="427" y="6"/>
                  <a:pt x="421" y="0"/>
                  <a:pt x="413" y="0"/>
                </a:cubicBezTo>
                <a:close/>
                <a:moveTo>
                  <a:pt x="27" y="13"/>
                </a:moveTo>
                <a:cubicBezTo>
                  <a:pt x="12" y="13"/>
                  <a:pt x="0" y="25"/>
                  <a:pt x="0" y="40"/>
                </a:cubicBezTo>
                <a:cubicBezTo>
                  <a:pt x="0" y="55"/>
                  <a:pt x="12" y="67"/>
                  <a:pt x="27" y="67"/>
                </a:cubicBezTo>
                <a:cubicBezTo>
                  <a:pt x="41" y="67"/>
                  <a:pt x="53" y="55"/>
                  <a:pt x="53" y="40"/>
                </a:cubicBezTo>
                <a:cubicBezTo>
                  <a:pt x="74" y="40"/>
                  <a:pt x="95" y="40"/>
                  <a:pt x="116" y="40"/>
                </a:cubicBezTo>
                <a:cubicBezTo>
                  <a:pt x="132" y="40"/>
                  <a:pt x="141" y="43"/>
                  <a:pt x="147" y="49"/>
                </a:cubicBezTo>
                <a:cubicBezTo>
                  <a:pt x="154" y="55"/>
                  <a:pt x="159" y="65"/>
                  <a:pt x="163" y="80"/>
                </a:cubicBezTo>
                <a:lnTo>
                  <a:pt x="163" y="80"/>
                </a:lnTo>
                <a:lnTo>
                  <a:pt x="270" y="510"/>
                </a:lnTo>
                <a:lnTo>
                  <a:pt x="270" y="510"/>
                </a:lnTo>
                <a:cubicBezTo>
                  <a:pt x="274" y="525"/>
                  <a:pt x="278" y="541"/>
                  <a:pt x="289" y="553"/>
                </a:cubicBezTo>
                <a:cubicBezTo>
                  <a:pt x="293" y="559"/>
                  <a:pt x="299" y="563"/>
                  <a:pt x="306" y="566"/>
                </a:cubicBezTo>
                <a:cubicBezTo>
                  <a:pt x="298" y="575"/>
                  <a:pt x="293" y="587"/>
                  <a:pt x="293" y="600"/>
                </a:cubicBezTo>
                <a:cubicBezTo>
                  <a:pt x="293" y="629"/>
                  <a:pt x="317" y="653"/>
                  <a:pt x="347" y="653"/>
                </a:cubicBezTo>
                <a:cubicBezTo>
                  <a:pt x="376" y="653"/>
                  <a:pt x="400" y="629"/>
                  <a:pt x="400" y="600"/>
                </a:cubicBezTo>
                <a:cubicBezTo>
                  <a:pt x="400" y="590"/>
                  <a:pt x="397" y="581"/>
                  <a:pt x="393" y="573"/>
                </a:cubicBezTo>
                <a:lnTo>
                  <a:pt x="474" y="573"/>
                </a:lnTo>
                <a:cubicBezTo>
                  <a:pt x="470" y="581"/>
                  <a:pt x="467" y="590"/>
                  <a:pt x="467" y="600"/>
                </a:cubicBezTo>
                <a:cubicBezTo>
                  <a:pt x="467" y="629"/>
                  <a:pt x="491" y="653"/>
                  <a:pt x="520" y="653"/>
                </a:cubicBezTo>
                <a:cubicBezTo>
                  <a:pt x="549" y="653"/>
                  <a:pt x="573" y="629"/>
                  <a:pt x="573" y="600"/>
                </a:cubicBezTo>
                <a:cubicBezTo>
                  <a:pt x="573" y="586"/>
                  <a:pt x="568" y="574"/>
                  <a:pt x="559" y="564"/>
                </a:cubicBezTo>
                <a:cubicBezTo>
                  <a:pt x="562" y="556"/>
                  <a:pt x="556" y="547"/>
                  <a:pt x="547" y="547"/>
                </a:cubicBezTo>
                <a:cubicBezTo>
                  <a:pt x="477" y="547"/>
                  <a:pt x="403" y="547"/>
                  <a:pt x="343" y="547"/>
                </a:cubicBezTo>
                <a:cubicBezTo>
                  <a:pt x="322" y="547"/>
                  <a:pt x="314" y="542"/>
                  <a:pt x="309" y="536"/>
                </a:cubicBezTo>
                <a:cubicBezTo>
                  <a:pt x="303" y="529"/>
                  <a:pt x="299" y="518"/>
                  <a:pt x="295" y="503"/>
                </a:cubicBezTo>
                <a:lnTo>
                  <a:pt x="295" y="503"/>
                </a:lnTo>
                <a:lnTo>
                  <a:pt x="286" y="467"/>
                </a:lnTo>
                <a:lnTo>
                  <a:pt x="531" y="467"/>
                </a:lnTo>
                <a:cubicBezTo>
                  <a:pt x="536" y="467"/>
                  <a:pt x="541" y="463"/>
                  <a:pt x="543" y="458"/>
                </a:cubicBezTo>
                <a:lnTo>
                  <a:pt x="639" y="205"/>
                </a:lnTo>
                <a:cubicBezTo>
                  <a:pt x="643" y="196"/>
                  <a:pt x="636" y="186"/>
                  <a:pt x="626" y="187"/>
                </a:cubicBezTo>
                <a:cubicBezTo>
                  <a:pt x="621" y="187"/>
                  <a:pt x="616" y="190"/>
                  <a:pt x="614" y="195"/>
                </a:cubicBezTo>
                <a:lnTo>
                  <a:pt x="522" y="440"/>
                </a:lnTo>
                <a:lnTo>
                  <a:pt x="280" y="440"/>
                </a:lnTo>
                <a:cubicBezTo>
                  <a:pt x="249" y="318"/>
                  <a:pt x="219" y="195"/>
                  <a:pt x="189" y="72"/>
                </a:cubicBezTo>
                <a:cubicBezTo>
                  <a:pt x="184" y="55"/>
                  <a:pt x="177" y="40"/>
                  <a:pt x="165" y="29"/>
                </a:cubicBezTo>
                <a:cubicBezTo>
                  <a:pt x="153" y="19"/>
                  <a:pt x="136" y="13"/>
                  <a:pt x="116" y="13"/>
                </a:cubicBezTo>
                <a:cubicBezTo>
                  <a:pt x="86" y="13"/>
                  <a:pt x="56" y="14"/>
                  <a:pt x="27" y="13"/>
                </a:cubicBezTo>
                <a:close/>
                <a:moveTo>
                  <a:pt x="347" y="573"/>
                </a:moveTo>
                <a:cubicBezTo>
                  <a:pt x="362" y="573"/>
                  <a:pt x="373" y="585"/>
                  <a:pt x="373" y="600"/>
                </a:cubicBezTo>
                <a:cubicBezTo>
                  <a:pt x="373" y="615"/>
                  <a:pt x="362" y="627"/>
                  <a:pt x="347" y="627"/>
                </a:cubicBezTo>
                <a:cubicBezTo>
                  <a:pt x="332" y="627"/>
                  <a:pt x="320" y="615"/>
                  <a:pt x="320" y="600"/>
                </a:cubicBezTo>
                <a:cubicBezTo>
                  <a:pt x="320" y="585"/>
                  <a:pt x="332" y="573"/>
                  <a:pt x="347" y="573"/>
                </a:cubicBezTo>
                <a:close/>
                <a:moveTo>
                  <a:pt x="520" y="573"/>
                </a:moveTo>
                <a:cubicBezTo>
                  <a:pt x="535" y="573"/>
                  <a:pt x="547" y="585"/>
                  <a:pt x="547" y="600"/>
                </a:cubicBezTo>
                <a:cubicBezTo>
                  <a:pt x="547" y="615"/>
                  <a:pt x="535" y="627"/>
                  <a:pt x="520" y="627"/>
                </a:cubicBezTo>
                <a:cubicBezTo>
                  <a:pt x="505" y="627"/>
                  <a:pt x="493" y="615"/>
                  <a:pt x="493" y="600"/>
                </a:cubicBezTo>
                <a:cubicBezTo>
                  <a:pt x="493" y="585"/>
                  <a:pt x="505" y="573"/>
                  <a:pt x="520" y="573"/>
                </a:cubicBez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
        <p:nvSpPr>
          <p:cNvPr id="105" name="Add to Cart"/>
          <p:cNvSpPr>
            <a:spLocks noChangeAspect="1" noEditPoints="1"/>
          </p:cNvSpPr>
          <p:nvPr/>
        </p:nvSpPr>
        <p:spPr bwMode="auto">
          <a:xfrm>
            <a:off x="9795752" y="3891653"/>
            <a:ext cx="293909" cy="302907"/>
          </a:xfrm>
          <a:custGeom>
            <a:avLst/>
            <a:gdLst>
              <a:gd name="T0" fmla="*/ 413 w 643"/>
              <a:gd name="T1" fmla="*/ 0 h 653"/>
              <a:gd name="T2" fmla="*/ 400 w 643"/>
              <a:gd name="T3" fmla="*/ 13 h 653"/>
              <a:gd name="T4" fmla="*/ 400 w 643"/>
              <a:gd name="T5" fmla="*/ 248 h 653"/>
              <a:gd name="T6" fmla="*/ 356 w 643"/>
              <a:gd name="T7" fmla="*/ 204 h 653"/>
              <a:gd name="T8" fmla="*/ 347 w 643"/>
              <a:gd name="T9" fmla="*/ 200 h 653"/>
              <a:gd name="T10" fmla="*/ 337 w 643"/>
              <a:gd name="T11" fmla="*/ 223 h 653"/>
              <a:gd name="T12" fmla="*/ 413 w 643"/>
              <a:gd name="T13" fmla="*/ 299 h 653"/>
              <a:gd name="T14" fmla="*/ 490 w 643"/>
              <a:gd name="T15" fmla="*/ 223 h 653"/>
              <a:gd name="T16" fmla="*/ 471 w 643"/>
              <a:gd name="T17" fmla="*/ 204 h 653"/>
              <a:gd name="T18" fmla="*/ 427 w 643"/>
              <a:gd name="T19" fmla="*/ 248 h 653"/>
              <a:gd name="T20" fmla="*/ 427 w 643"/>
              <a:gd name="T21" fmla="*/ 13 h 653"/>
              <a:gd name="T22" fmla="*/ 413 w 643"/>
              <a:gd name="T23" fmla="*/ 0 h 653"/>
              <a:gd name="T24" fmla="*/ 27 w 643"/>
              <a:gd name="T25" fmla="*/ 13 h 653"/>
              <a:gd name="T26" fmla="*/ 0 w 643"/>
              <a:gd name="T27" fmla="*/ 40 h 653"/>
              <a:gd name="T28" fmla="*/ 27 w 643"/>
              <a:gd name="T29" fmla="*/ 67 h 653"/>
              <a:gd name="T30" fmla="*/ 53 w 643"/>
              <a:gd name="T31" fmla="*/ 40 h 653"/>
              <a:gd name="T32" fmla="*/ 116 w 643"/>
              <a:gd name="T33" fmla="*/ 40 h 653"/>
              <a:gd name="T34" fmla="*/ 147 w 643"/>
              <a:gd name="T35" fmla="*/ 49 h 653"/>
              <a:gd name="T36" fmla="*/ 163 w 643"/>
              <a:gd name="T37" fmla="*/ 80 h 653"/>
              <a:gd name="T38" fmla="*/ 163 w 643"/>
              <a:gd name="T39" fmla="*/ 80 h 653"/>
              <a:gd name="T40" fmla="*/ 270 w 643"/>
              <a:gd name="T41" fmla="*/ 510 h 653"/>
              <a:gd name="T42" fmla="*/ 270 w 643"/>
              <a:gd name="T43" fmla="*/ 510 h 653"/>
              <a:gd name="T44" fmla="*/ 289 w 643"/>
              <a:gd name="T45" fmla="*/ 553 h 653"/>
              <a:gd name="T46" fmla="*/ 306 w 643"/>
              <a:gd name="T47" fmla="*/ 566 h 653"/>
              <a:gd name="T48" fmla="*/ 293 w 643"/>
              <a:gd name="T49" fmla="*/ 600 h 653"/>
              <a:gd name="T50" fmla="*/ 347 w 643"/>
              <a:gd name="T51" fmla="*/ 653 h 653"/>
              <a:gd name="T52" fmla="*/ 400 w 643"/>
              <a:gd name="T53" fmla="*/ 600 h 653"/>
              <a:gd name="T54" fmla="*/ 393 w 643"/>
              <a:gd name="T55" fmla="*/ 573 h 653"/>
              <a:gd name="T56" fmla="*/ 474 w 643"/>
              <a:gd name="T57" fmla="*/ 573 h 653"/>
              <a:gd name="T58" fmla="*/ 467 w 643"/>
              <a:gd name="T59" fmla="*/ 600 h 653"/>
              <a:gd name="T60" fmla="*/ 520 w 643"/>
              <a:gd name="T61" fmla="*/ 653 h 653"/>
              <a:gd name="T62" fmla="*/ 573 w 643"/>
              <a:gd name="T63" fmla="*/ 600 h 653"/>
              <a:gd name="T64" fmla="*/ 559 w 643"/>
              <a:gd name="T65" fmla="*/ 564 h 653"/>
              <a:gd name="T66" fmla="*/ 547 w 643"/>
              <a:gd name="T67" fmla="*/ 547 h 653"/>
              <a:gd name="T68" fmla="*/ 343 w 643"/>
              <a:gd name="T69" fmla="*/ 547 h 653"/>
              <a:gd name="T70" fmla="*/ 309 w 643"/>
              <a:gd name="T71" fmla="*/ 536 h 653"/>
              <a:gd name="T72" fmla="*/ 295 w 643"/>
              <a:gd name="T73" fmla="*/ 503 h 653"/>
              <a:gd name="T74" fmla="*/ 295 w 643"/>
              <a:gd name="T75" fmla="*/ 503 h 653"/>
              <a:gd name="T76" fmla="*/ 286 w 643"/>
              <a:gd name="T77" fmla="*/ 467 h 653"/>
              <a:gd name="T78" fmla="*/ 531 w 643"/>
              <a:gd name="T79" fmla="*/ 467 h 653"/>
              <a:gd name="T80" fmla="*/ 543 w 643"/>
              <a:gd name="T81" fmla="*/ 458 h 653"/>
              <a:gd name="T82" fmla="*/ 639 w 643"/>
              <a:gd name="T83" fmla="*/ 205 h 653"/>
              <a:gd name="T84" fmla="*/ 626 w 643"/>
              <a:gd name="T85" fmla="*/ 187 h 653"/>
              <a:gd name="T86" fmla="*/ 614 w 643"/>
              <a:gd name="T87" fmla="*/ 195 h 653"/>
              <a:gd name="T88" fmla="*/ 522 w 643"/>
              <a:gd name="T89" fmla="*/ 440 h 653"/>
              <a:gd name="T90" fmla="*/ 280 w 643"/>
              <a:gd name="T91" fmla="*/ 440 h 653"/>
              <a:gd name="T92" fmla="*/ 189 w 643"/>
              <a:gd name="T93" fmla="*/ 72 h 653"/>
              <a:gd name="T94" fmla="*/ 165 w 643"/>
              <a:gd name="T95" fmla="*/ 29 h 653"/>
              <a:gd name="T96" fmla="*/ 116 w 643"/>
              <a:gd name="T97" fmla="*/ 13 h 653"/>
              <a:gd name="T98" fmla="*/ 27 w 643"/>
              <a:gd name="T99" fmla="*/ 13 h 653"/>
              <a:gd name="T100" fmla="*/ 347 w 643"/>
              <a:gd name="T101" fmla="*/ 573 h 653"/>
              <a:gd name="T102" fmla="*/ 373 w 643"/>
              <a:gd name="T103" fmla="*/ 600 h 653"/>
              <a:gd name="T104" fmla="*/ 347 w 643"/>
              <a:gd name="T105" fmla="*/ 627 h 653"/>
              <a:gd name="T106" fmla="*/ 320 w 643"/>
              <a:gd name="T107" fmla="*/ 600 h 653"/>
              <a:gd name="T108" fmla="*/ 347 w 643"/>
              <a:gd name="T109" fmla="*/ 573 h 653"/>
              <a:gd name="T110" fmla="*/ 520 w 643"/>
              <a:gd name="T111" fmla="*/ 573 h 653"/>
              <a:gd name="T112" fmla="*/ 547 w 643"/>
              <a:gd name="T113" fmla="*/ 600 h 653"/>
              <a:gd name="T114" fmla="*/ 520 w 643"/>
              <a:gd name="T115" fmla="*/ 627 h 653"/>
              <a:gd name="T116" fmla="*/ 493 w 643"/>
              <a:gd name="T117" fmla="*/ 600 h 653"/>
              <a:gd name="T118" fmla="*/ 520 w 643"/>
              <a:gd name="T119" fmla="*/ 573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43" h="653">
                <a:moveTo>
                  <a:pt x="413" y="0"/>
                </a:moveTo>
                <a:cubicBezTo>
                  <a:pt x="406" y="0"/>
                  <a:pt x="400" y="6"/>
                  <a:pt x="400" y="13"/>
                </a:cubicBezTo>
                <a:lnTo>
                  <a:pt x="400" y="248"/>
                </a:lnTo>
                <a:lnTo>
                  <a:pt x="356" y="204"/>
                </a:lnTo>
                <a:cubicBezTo>
                  <a:pt x="354" y="201"/>
                  <a:pt x="350" y="200"/>
                  <a:pt x="347" y="200"/>
                </a:cubicBezTo>
                <a:cubicBezTo>
                  <a:pt x="335" y="200"/>
                  <a:pt x="329" y="215"/>
                  <a:pt x="337" y="223"/>
                </a:cubicBezTo>
                <a:lnTo>
                  <a:pt x="413" y="299"/>
                </a:lnTo>
                <a:lnTo>
                  <a:pt x="490" y="223"/>
                </a:lnTo>
                <a:cubicBezTo>
                  <a:pt x="503" y="210"/>
                  <a:pt x="483" y="191"/>
                  <a:pt x="471" y="204"/>
                </a:cubicBezTo>
                <a:lnTo>
                  <a:pt x="427" y="248"/>
                </a:lnTo>
                <a:lnTo>
                  <a:pt x="427" y="13"/>
                </a:lnTo>
                <a:cubicBezTo>
                  <a:pt x="427" y="6"/>
                  <a:pt x="421" y="0"/>
                  <a:pt x="413" y="0"/>
                </a:cubicBezTo>
                <a:close/>
                <a:moveTo>
                  <a:pt x="27" y="13"/>
                </a:moveTo>
                <a:cubicBezTo>
                  <a:pt x="12" y="13"/>
                  <a:pt x="0" y="25"/>
                  <a:pt x="0" y="40"/>
                </a:cubicBezTo>
                <a:cubicBezTo>
                  <a:pt x="0" y="55"/>
                  <a:pt x="12" y="67"/>
                  <a:pt x="27" y="67"/>
                </a:cubicBezTo>
                <a:cubicBezTo>
                  <a:pt x="41" y="67"/>
                  <a:pt x="53" y="55"/>
                  <a:pt x="53" y="40"/>
                </a:cubicBezTo>
                <a:cubicBezTo>
                  <a:pt x="74" y="40"/>
                  <a:pt x="95" y="40"/>
                  <a:pt x="116" y="40"/>
                </a:cubicBezTo>
                <a:cubicBezTo>
                  <a:pt x="132" y="40"/>
                  <a:pt x="141" y="43"/>
                  <a:pt x="147" y="49"/>
                </a:cubicBezTo>
                <a:cubicBezTo>
                  <a:pt x="154" y="55"/>
                  <a:pt x="159" y="65"/>
                  <a:pt x="163" y="80"/>
                </a:cubicBezTo>
                <a:lnTo>
                  <a:pt x="163" y="80"/>
                </a:lnTo>
                <a:lnTo>
                  <a:pt x="270" y="510"/>
                </a:lnTo>
                <a:lnTo>
                  <a:pt x="270" y="510"/>
                </a:lnTo>
                <a:cubicBezTo>
                  <a:pt x="274" y="525"/>
                  <a:pt x="278" y="541"/>
                  <a:pt x="289" y="553"/>
                </a:cubicBezTo>
                <a:cubicBezTo>
                  <a:pt x="293" y="559"/>
                  <a:pt x="299" y="563"/>
                  <a:pt x="306" y="566"/>
                </a:cubicBezTo>
                <a:cubicBezTo>
                  <a:pt x="298" y="575"/>
                  <a:pt x="293" y="587"/>
                  <a:pt x="293" y="600"/>
                </a:cubicBezTo>
                <a:cubicBezTo>
                  <a:pt x="293" y="629"/>
                  <a:pt x="317" y="653"/>
                  <a:pt x="347" y="653"/>
                </a:cubicBezTo>
                <a:cubicBezTo>
                  <a:pt x="376" y="653"/>
                  <a:pt x="400" y="629"/>
                  <a:pt x="400" y="600"/>
                </a:cubicBezTo>
                <a:cubicBezTo>
                  <a:pt x="400" y="590"/>
                  <a:pt x="397" y="581"/>
                  <a:pt x="393" y="573"/>
                </a:cubicBezTo>
                <a:lnTo>
                  <a:pt x="474" y="573"/>
                </a:lnTo>
                <a:cubicBezTo>
                  <a:pt x="470" y="581"/>
                  <a:pt x="467" y="590"/>
                  <a:pt x="467" y="600"/>
                </a:cubicBezTo>
                <a:cubicBezTo>
                  <a:pt x="467" y="629"/>
                  <a:pt x="491" y="653"/>
                  <a:pt x="520" y="653"/>
                </a:cubicBezTo>
                <a:cubicBezTo>
                  <a:pt x="549" y="653"/>
                  <a:pt x="573" y="629"/>
                  <a:pt x="573" y="600"/>
                </a:cubicBezTo>
                <a:cubicBezTo>
                  <a:pt x="573" y="586"/>
                  <a:pt x="568" y="574"/>
                  <a:pt x="559" y="564"/>
                </a:cubicBezTo>
                <a:cubicBezTo>
                  <a:pt x="562" y="556"/>
                  <a:pt x="556" y="547"/>
                  <a:pt x="547" y="547"/>
                </a:cubicBezTo>
                <a:cubicBezTo>
                  <a:pt x="477" y="547"/>
                  <a:pt x="403" y="547"/>
                  <a:pt x="343" y="547"/>
                </a:cubicBezTo>
                <a:cubicBezTo>
                  <a:pt x="322" y="547"/>
                  <a:pt x="314" y="542"/>
                  <a:pt x="309" y="536"/>
                </a:cubicBezTo>
                <a:cubicBezTo>
                  <a:pt x="303" y="529"/>
                  <a:pt x="299" y="518"/>
                  <a:pt x="295" y="503"/>
                </a:cubicBezTo>
                <a:lnTo>
                  <a:pt x="295" y="503"/>
                </a:lnTo>
                <a:lnTo>
                  <a:pt x="286" y="467"/>
                </a:lnTo>
                <a:lnTo>
                  <a:pt x="531" y="467"/>
                </a:lnTo>
                <a:cubicBezTo>
                  <a:pt x="536" y="467"/>
                  <a:pt x="541" y="463"/>
                  <a:pt x="543" y="458"/>
                </a:cubicBezTo>
                <a:lnTo>
                  <a:pt x="639" y="205"/>
                </a:lnTo>
                <a:cubicBezTo>
                  <a:pt x="643" y="196"/>
                  <a:pt x="636" y="186"/>
                  <a:pt x="626" y="187"/>
                </a:cubicBezTo>
                <a:cubicBezTo>
                  <a:pt x="621" y="187"/>
                  <a:pt x="616" y="190"/>
                  <a:pt x="614" y="195"/>
                </a:cubicBezTo>
                <a:lnTo>
                  <a:pt x="522" y="440"/>
                </a:lnTo>
                <a:lnTo>
                  <a:pt x="280" y="440"/>
                </a:lnTo>
                <a:cubicBezTo>
                  <a:pt x="249" y="318"/>
                  <a:pt x="219" y="195"/>
                  <a:pt x="189" y="72"/>
                </a:cubicBezTo>
                <a:cubicBezTo>
                  <a:pt x="184" y="55"/>
                  <a:pt x="177" y="40"/>
                  <a:pt x="165" y="29"/>
                </a:cubicBezTo>
                <a:cubicBezTo>
                  <a:pt x="153" y="19"/>
                  <a:pt x="136" y="13"/>
                  <a:pt x="116" y="13"/>
                </a:cubicBezTo>
                <a:cubicBezTo>
                  <a:pt x="86" y="13"/>
                  <a:pt x="56" y="14"/>
                  <a:pt x="27" y="13"/>
                </a:cubicBezTo>
                <a:close/>
                <a:moveTo>
                  <a:pt x="347" y="573"/>
                </a:moveTo>
                <a:cubicBezTo>
                  <a:pt x="362" y="573"/>
                  <a:pt x="373" y="585"/>
                  <a:pt x="373" y="600"/>
                </a:cubicBezTo>
                <a:cubicBezTo>
                  <a:pt x="373" y="615"/>
                  <a:pt x="362" y="627"/>
                  <a:pt x="347" y="627"/>
                </a:cubicBezTo>
                <a:cubicBezTo>
                  <a:pt x="332" y="627"/>
                  <a:pt x="320" y="615"/>
                  <a:pt x="320" y="600"/>
                </a:cubicBezTo>
                <a:cubicBezTo>
                  <a:pt x="320" y="585"/>
                  <a:pt x="332" y="573"/>
                  <a:pt x="347" y="573"/>
                </a:cubicBezTo>
                <a:close/>
                <a:moveTo>
                  <a:pt x="520" y="573"/>
                </a:moveTo>
                <a:cubicBezTo>
                  <a:pt x="535" y="573"/>
                  <a:pt x="547" y="585"/>
                  <a:pt x="547" y="600"/>
                </a:cubicBezTo>
                <a:cubicBezTo>
                  <a:pt x="547" y="615"/>
                  <a:pt x="535" y="627"/>
                  <a:pt x="520" y="627"/>
                </a:cubicBezTo>
                <a:cubicBezTo>
                  <a:pt x="505" y="627"/>
                  <a:pt x="493" y="615"/>
                  <a:pt x="493" y="600"/>
                </a:cubicBezTo>
                <a:cubicBezTo>
                  <a:pt x="493" y="585"/>
                  <a:pt x="505" y="573"/>
                  <a:pt x="520" y="573"/>
                </a:cubicBez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
        <p:nvSpPr>
          <p:cNvPr id="106" name="Add to Cart"/>
          <p:cNvSpPr>
            <a:spLocks noChangeAspect="1" noEditPoints="1"/>
          </p:cNvSpPr>
          <p:nvPr/>
        </p:nvSpPr>
        <p:spPr bwMode="auto">
          <a:xfrm>
            <a:off x="9795751" y="4256585"/>
            <a:ext cx="293909" cy="302907"/>
          </a:xfrm>
          <a:custGeom>
            <a:avLst/>
            <a:gdLst>
              <a:gd name="T0" fmla="*/ 413 w 643"/>
              <a:gd name="T1" fmla="*/ 0 h 653"/>
              <a:gd name="T2" fmla="*/ 400 w 643"/>
              <a:gd name="T3" fmla="*/ 13 h 653"/>
              <a:gd name="T4" fmla="*/ 400 w 643"/>
              <a:gd name="T5" fmla="*/ 248 h 653"/>
              <a:gd name="T6" fmla="*/ 356 w 643"/>
              <a:gd name="T7" fmla="*/ 204 h 653"/>
              <a:gd name="T8" fmla="*/ 347 w 643"/>
              <a:gd name="T9" fmla="*/ 200 h 653"/>
              <a:gd name="T10" fmla="*/ 337 w 643"/>
              <a:gd name="T11" fmla="*/ 223 h 653"/>
              <a:gd name="T12" fmla="*/ 413 w 643"/>
              <a:gd name="T13" fmla="*/ 299 h 653"/>
              <a:gd name="T14" fmla="*/ 490 w 643"/>
              <a:gd name="T15" fmla="*/ 223 h 653"/>
              <a:gd name="T16" fmla="*/ 471 w 643"/>
              <a:gd name="T17" fmla="*/ 204 h 653"/>
              <a:gd name="T18" fmla="*/ 427 w 643"/>
              <a:gd name="T19" fmla="*/ 248 h 653"/>
              <a:gd name="T20" fmla="*/ 427 w 643"/>
              <a:gd name="T21" fmla="*/ 13 h 653"/>
              <a:gd name="T22" fmla="*/ 413 w 643"/>
              <a:gd name="T23" fmla="*/ 0 h 653"/>
              <a:gd name="T24" fmla="*/ 27 w 643"/>
              <a:gd name="T25" fmla="*/ 13 h 653"/>
              <a:gd name="T26" fmla="*/ 0 w 643"/>
              <a:gd name="T27" fmla="*/ 40 h 653"/>
              <a:gd name="T28" fmla="*/ 27 w 643"/>
              <a:gd name="T29" fmla="*/ 67 h 653"/>
              <a:gd name="T30" fmla="*/ 53 w 643"/>
              <a:gd name="T31" fmla="*/ 40 h 653"/>
              <a:gd name="T32" fmla="*/ 116 w 643"/>
              <a:gd name="T33" fmla="*/ 40 h 653"/>
              <a:gd name="T34" fmla="*/ 147 w 643"/>
              <a:gd name="T35" fmla="*/ 49 h 653"/>
              <a:gd name="T36" fmla="*/ 163 w 643"/>
              <a:gd name="T37" fmla="*/ 80 h 653"/>
              <a:gd name="T38" fmla="*/ 163 w 643"/>
              <a:gd name="T39" fmla="*/ 80 h 653"/>
              <a:gd name="T40" fmla="*/ 270 w 643"/>
              <a:gd name="T41" fmla="*/ 510 h 653"/>
              <a:gd name="T42" fmla="*/ 270 w 643"/>
              <a:gd name="T43" fmla="*/ 510 h 653"/>
              <a:gd name="T44" fmla="*/ 289 w 643"/>
              <a:gd name="T45" fmla="*/ 553 h 653"/>
              <a:gd name="T46" fmla="*/ 306 w 643"/>
              <a:gd name="T47" fmla="*/ 566 h 653"/>
              <a:gd name="T48" fmla="*/ 293 w 643"/>
              <a:gd name="T49" fmla="*/ 600 h 653"/>
              <a:gd name="T50" fmla="*/ 347 w 643"/>
              <a:gd name="T51" fmla="*/ 653 h 653"/>
              <a:gd name="T52" fmla="*/ 400 w 643"/>
              <a:gd name="T53" fmla="*/ 600 h 653"/>
              <a:gd name="T54" fmla="*/ 393 w 643"/>
              <a:gd name="T55" fmla="*/ 573 h 653"/>
              <a:gd name="T56" fmla="*/ 474 w 643"/>
              <a:gd name="T57" fmla="*/ 573 h 653"/>
              <a:gd name="T58" fmla="*/ 467 w 643"/>
              <a:gd name="T59" fmla="*/ 600 h 653"/>
              <a:gd name="T60" fmla="*/ 520 w 643"/>
              <a:gd name="T61" fmla="*/ 653 h 653"/>
              <a:gd name="T62" fmla="*/ 573 w 643"/>
              <a:gd name="T63" fmla="*/ 600 h 653"/>
              <a:gd name="T64" fmla="*/ 559 w 643"/>
              <a:gd name="T65" fmla="*/ 564 h 653"/>
              <a:gd name="T66" fmla="*/ 547 w 643"/>
              <a:gd name="T67" fmla="*/ 547 h 653"/>
              <a:gd name="T68" fmla="*/ 343 w 643"/>
              <a:gd name="T69" fmla="*/ 547 h 653"/>
              <a:gd name="T70" fmla="*/ 309 w 643"/>
              <a:gd name="T71" fmla="*/ 536 h 653"/>
              <a:gd name="T72" fmla="*/ 295 w 643"/>
              <a:gd name="T73" fmla="*/ 503 h 653"/>
              <a:gd name="T74" fmla="*/ 295 w 643"/>
              <a:gd name="T75" fmla="*/ 503 h 653"/>
              <a:gd name="T76" fmla="*/ 286 w 643"/>
              <a:gd name="T77" fmla="*/ 467 h 653"/>
              <a:gd name="T78" fmla="*/ 531 w 643"/>
              <a:gd name="T79" fmla="*/ 467 h 653"/>
              <a:gd name="T80" fmla="*/ 543 w 643"/>
              <a:gd name="T81" fmla="*/ 458 h 653"/>
              <a:gd name="T82" fmla="*/ 639 w 643"/>
              <a:gd name="T83" fmla="*/ 205 h 653"/>
              <a:gd name="T84" fmla="*/ 626 w 643"/>
              <a:gd name="T85" fmla="*/ 187 h 653"/>
              <a:gd name="T86" fmla="*/ 614 w 643"/>
              <a:gd name="T87" fmla="*/ 195 h 653"/>
              <a:gd name="T88" fmla="*/ 522 w 643"/>
              <a:gd name="T89" fmla="*/ 440 h 653"/>
              <a:gd name="T90" fmla="*/ 280 w 643"/>
              <a:gd name="T91" fmla="*/ 440 h 653"/>
              <a:gd name="T92" fmla="*/ 189 w 643"/>
              <a:gd name="T93" fmla="*/ 72 h 653"/>
              <a:gd name="T94" fmla="*/ 165 w 643"/>
              <a:gd name="T95" fmla="*/ 29 h 653"/>
              <a:gd name="T96" fmla="*/ 116 w 643"/>
              <a:gd name="T97" fmla="*/ 13 h 653"/>
              <a:gd name="T98" fmla="*/ 27 w 643"/>
              <a:gd name="T99" fmla="*/ 13 h 653"/>
              <a:gd name="T100" fmla="*/ 347 w 643"/>
              <a:gd name="T101" fmla="*/ 573 h 653"/>
              <a:gd name="T102" fmla="*/ 373 w 643"/>
              <a:gd name="T103" fmla="*/ 600 h 653"/>
              <a:gd name="T104" fmla="*/ 347 w 643"/>
              <a:gd name="T105" fmla="*/ 627 h 653"/>
              <a:gd name="T106" fmla="*/ 320 w 643"/>
              <a:gd name="T107" fmla="*/ 600 h 653"/>
              <a:gd name="T108" fmla="*/ 347 w 643"/>
              <a:gd name="T109" fmla="*/ 573 h 653"/>
              <a:gd name="T110" fmla="*/ 520 w 643"/>
              <a:gd name="T111" fmla="*/ 573 h 653"/>
              <a:gd name="T112" fmla="*/ 547 w 643"/>
              <a:gd name="T113" fmla="*/ 600 h 653"/>
              <a:gd name="T114" fmla="*/ 520 w 643"/>
              <a:gd name="T115" fmla="*/ 627 h 653"/>
              <a:gd name="T116" fmla="*/ 493 w 643"/>
              <a:gd name="T117" fmla="*/ 600 h 653"/>
              <a:gd name="T118" fmla="*/ 520 w 643"/>
              <a:gd name="T119" fmla="*/ 573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43" h="653">
                <a:moveTo>
                  <a:pt x="413" y="0"/>
                </a:moveTo>
                <a:cubicBezTo>
                  <a:pt x="406" y="0"/>
                  <a:pt x="400" y="6"/>
                  <a:pt x="400" y="13"/>
                </a:cubicBezTo>
                <a:lnTo>
                  <a:pt x="400" y="248"/>
                </a:lnTo>
                <a:lnTo>
                  <a:pt x="356" y="204"/>
                </a:lnTo>
                <a:cubicBezTo>
                  <a:pt x="354" y="201"/>
                  <a:pt x="350" y="200"/>
                  <a:pt x="347" y="200"/>
                </a:cubicBezTo>
                <a:cubicBezTo>
                  <a:pt x="335" y="200"/>
                  <a:pt x="329" y="215"/>
                  <a:pt x="337" y="223"/>
                </a:cubicBezTo>
                <a:lnTo>
                  <a:pt x="413" y="299"/>
                </a:lnTo>
                <a:lnTo>
                  <a:pt x="490" y="223"/>
                </a:lnTo>
                <a:cubicBezTo>
                  <a:pt x="503" y="210"/>
                  <a:pt x="483" y="191"/>
                  <a:pt x="471" y="204"/>
                </a:cubicBezTo>
                <a:lnTo>
                  <a:pt x="427" y="248"/>
                </a:lnTo>
                <a:lnTo>
                  <a:pt x="427" y="13"/>
                </a:lnTo>
                <a:cubicBezTo>
                  <a:pt x="427" y="6"/>
                  <a:pt x="421" y="0"/>
                  <a:pt x="413" y="0"/>
                </a:cubicBezTo>
                <a:close/>
                <a:moveTo>
                  <a:pt x="27" y="13"/>
                </a:moveTo>
                <a:cubicBezTo>
                  <a:pt x="12" y="13"/>
                  <a:pt x="0" y="25"/>
                  <a:pt x="0" y="40"/>
                </a:cubicBezTo>
                <a:cubicBezTo>
                  <a:pt x="0" y="55"/>
                  <a:pt x="12" y="67"/>
                  <a:pt x="27" y="67"/>
                </a:cubicBezTo>
                <a:cubicBezTo>
                  <a:pt x="41" y="67"/>
                  <a:pt x="53" y="55"/>
                  <a:pt x="53" y="40"/>
                </a:cubicBezTo>
                <a:cubicBezTo>
                  <a:pt x="74" y="40"/>
                  <a:pt x="95" y="40"/>
                  <a:pt x="116" y="40"/>
                </a:cubicBezTo>
                <a:cubicBezTo>
                  <a:pt x="132" y="40"/>
                  <a:pt x="141" y="43"/>
                  <a:pt x="147" y="49"/>
                </a:cubicBezTo>
                <a:cubicBezTo>
                  <a:pt x="154" y="55"/>
                  <a:pt x="159" y="65"/>
                  <a:pt x="163" y="80"/>
                </a:cubicBezTo>
                <a:lnTo>
                  <a:pt x="163" y="80"/>
                </a:lnTo>
                <a:lnTo>
                  <a:pt x="270" y="510"/>
                </a:lnTo>
                <a:lnTo>
                  <a:pt x="270" y="510"/>
                </a:lnTo>
                <a:cubicBezTo>
                  <a:pt x="274" y="525"/>
                  <a:pt x="278" y="541"/>
                  <a:pt x="289" y="553"/>
                </a:cubicBezTo>
                <a:cubicBezTo>
                  <a:pt x="293" y="559"/>
                  <a:pt x="299" y="563"/>
                  <a:pt x="306" y="566"/>
                </a:cubicBezTo>
                <a:cubicBezTo>
                  <a:pt x="298" y="575"/>
                  <a:pt x="293" y="587"/>
                  <a:pt x="293" y="600"/>
                </a:cubicBezTo>
                <a:cubicBezTo>
                  <a:pt x="293" y="629"/>
                  <a:pt x="317" y="653"/>
                  <a:pt x="347" y="653"/>
                </a:cubicBezTo>
                <a:cubicBezTo>
                  <a:pt x="376" y="653"/>
                  <a:pt x="400" y="629"/>
                  <a:pt x="400" y="600"/>
                </a:cubicBezTo>
                <a:cubicBezTo>
                  <a:pt x="400" y="590"/>
                  <a:pt x="397" y="581"/>
                  <a:pt x="393" y="573"/>
                </a:cubicBezTo>
                <a:lnTo>
                  <a:pt x="474" y="573"/>
                </a:lnTo>
                <a:cubicBezTo>
                  <a:pt x="470" y="581"/>
                  <a:pt x="467" y="590"/>
                  <a:pt x="467" y="600"/>
                </a:cubicBezTo>
                <a:cubicBezTo>
                  <a:pt x="467" y="629"/>
                  <a:pt x="491" y="653"/>
                  <a:pt x="520" y="653"/>
                </a:cubicBezTo>
                <a:cubicBezTo>
                  <a:pt x="549" y="653"/>
                  <a:pt x="573" y="629"/>
                  <a:pt x="573" y="600"/>
                </a:cubicBezTo>
                <a:cubicBezTo>
                  <a:pt x="573" y="586"/>
                  <a:pt x="568" y="574"/>
                  <a:pt x="559" y="564"/>
                </a:cubicBezTo>
                <a:cubicBezTo>
                  <a:pt x="562" y="556"/>
                  <a:pt x="556" y="547"/>
                  <a:pt x="547" y="547"/>
                </a:cubicBezTo>
                <a:cubicBezTo>
                  <a:pt x="477" y="547"/>
                  <a:pt x="403" y="547"/>
                  <a:pt x="343" y="547"/>
                </a:cubicBezTo>
                <a:cubicBezTo>
                  <a:pt x="322" y="547"/>
                  <a:pt x="314" y="542"/>
                  <a:pt x="309" y="536"/>
                </a:cubicBezTo>
                <a:cubicBezTo>
                  <a:pt x="303" y="529"/>
                  <a:pt x="299" y="518"/>
                  <a:pt x="295" y="503"/>
                </a:cubicBezTo>
                <a:lnTo>
                  <a:pt x="295" y="503"/>
                </a:lnTo>
                <a:lnTo>
                  <a:pt x="286" y="467"/>
                </a:lnTo>
                <a:lnTo>
                  <a:pt x="531" y="467"/>
                </a:lnTo>
                <a:cubicBezTo>
                  <a:pt x="536" y="467"/>
                  <a:pt x="541" y="463"/>
                  <a:pt x="543" y="458"/>
                </a:cubicBezTo>
                <a:lnTo>
                  <a:pt x="639" y="205"/>
                </a:lnTo>
                <a:cubicBezTo>
                  <a:pt x="643" y="196"/>
                  <a:pt x="636" y="186"/>
                  <a:pt x="626" y="187"/>
                </a:cubicBezTo>
                <a:cubicBezTo>
                  <a:pt x="621" y="187"/>
                  <a:pt x="616" y="190"/>
                  <a:pt x="614" y="195"/>
                </a:cubicBezTo>
                <a:lnTo>
                  <a:pt x="522" y="440"/>
                </a:lnTo>
                <a:lnTo>
                  <a:pt x="280" y="440"/>
                </a:lnTo>
                <a:cubicBezTo>
                  <a:pt x="249" y="318"/>
                  <a:pt x="219" y="195"/>
                  <a:pt x="189" y="72"/>
                </a:cubicBezTo>
                <a:cubicBezTo>
                  <a:pt x="184" y="55"/>
                  <a:pt x="177" y="40"/>
                  <a:pt x="165" y="29"/>
                </a:cubicBezTo>
                <a:cubicBezTo>
                  <a:pt x="153" y="19"/>
                  <a:pt x="136" y="13"/>
                  <a:pt x="116" y="13"/>
                </a:cubicBezTo>
                <a:cubicBezTo>
                  <a:pt x="86" y="13"/>
                  <a:pt x="56" y="14"/>
                  <a:pt x="27" y="13"/>
                </a:cubicBezTo>
                <a:close/>
                <a:moveTo>
                  <a:pt x="347" y="573"/>
                </a:moveTo>
                <a:cubicBezTo>
                  <a:pt x="362" y="573"/>
                  <a:pt x="373" y="585"/>
                  <a:pt x="373" y="600"/>
                </a:cubicBezTo>
                <a:cubicBezTo>
                  <a:pt x="373" y="615"/>
                  <a:pt x="362" y="627"/>
                  <a:pt x="347" y="627"/>
                </a:cubicBezTo>
                <a:cubicBezTo>
                  <a:pt x="332" y="627"/>
                  <a:pt x="320" y="615"/>
                  <a:pt x="320" y="600"/>
                </a:cubicBezTo>
                <a:cubicBezTo>
                  <a:pt x="320" y="585"/>
                  <a:pt x="332" y="573"/>
                  <a:pt x="347" y="573"/>
                </a:cubicBezTo>
                <a:close/>
                <a:moveTo>
                  <a:pt x="520" y="573"/>
                </a:moveTo>
                <a:cubicBezTo>
                  <a:pt x="535" y="573"/>
                  <a:pt x="547" y="585"/>
                  <a:pt x="547" y="600"/>
                </a:cubicBezTo>
                <a:cubicBezTo>
                  <a:pt x="547" y="615"/>
                  <a:pt x="535" y="627"/>
                  <a:pt x="520" y="627"/>
                </a:cubicBezTo>
                <a:cubicBezTo>
                  <a:pt x="505" y="627"/>
                  <a:pt x="493" y="615"/>
                  <a:pt x="493" y="600"/>
                </a:cubicBezTo>
                <a:cubicBezTo>
                  <a:pt x="493" y="585"/>
                  <a:pt x="505" y="573"/>
                  <a:pt x="520" y="573"/>
                </a:cubicBez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
        <p:nvSpPr>
          <p:cNvPr id="108" name="Add to Cart"/>
          <p:cNvSpPr>
            <a:spLocks noChangeAspect="1" noEditPoints="1"/>
          </p:cNvSpPr>
          <p:nvPr/>
        </p:nvSpPr>
        <p:spPr bwMode="auto">
          <a:xfrm>
            <a:off x="9795751" y="5007080"/>
            <a:ext cx="293909" cy="302907"/>
          </a:xfrm>
          <a:custGeom>
            <a:avLst/>
            <a:gdLst>
              <a:gd name="T0" fmla="*/ 413 w 643"/>
              <a:gd name="T1" fmla="*/ 0 h 653"/>
              <a:gd name="T2" fmla="*/ 400 w 643"/>
              <a:gd name="T3" fmla="*/ 13 h 653"/>
              <a:gd name="T4" fmla="*/ 400 w 643"/>
              <a:gd name="T5" fmla="*/ 248 h 653"/>
              <a:gd name="T6" fmla="*/ 356 w 643"/>
              <a:gd name="T7" fmla="*/ 204 h 653"/>
              <a:gd name="T8" fmla="*/ 347 w 643"/>
              <a:gd name="T9" fmla="*/ 200 h 653"/>
              <a:gd name="T10" fmla="*/ 337 w 643"/>
              <a:gd name="T11" fmla="*/ 223 h 653"/>
              <a:gd name="T12" fmla="*/ 413 w 643"/>
              <a:gd name="T13" fmla="*/ 299 h 653"/>
              <a:gd name="T14" fmla="*/ 490 w 643"/>
              <a:gd name="T15" fmla="*/ 223 h 653"/>
              <a:gd name="T16" fmla="*/ 471 w 643"/>
              <a:gd name="T17" fmla="*/ 204 h 653"/>
              <a:gd name="T18" fmla="*/ 427 w 643"/>
              <a:gd name="T19" fmla="*/ 248 h 653"/>
              <a:gd name="T20" fmla="*/ 427 w 643"/>
              <a:gd name="T21" fmla="*/ 13 h 653"/>
              <a:gd name="T22" fmla="*/ 413 w 643"/>
              <a:gd name="T23" fmla="*/ 0 h 653"/>
              <a:gd name="T24" fmla="*/ 27 w 643"/>
              <a:gd name="T25" fmla="*/ 13 h 653"/>
              <a:gd name="T26" fmla="*/ 0 w 643"/>
              <a:gd name="T27" fmla="*/ 40 h 653"/>
              <a:gd name="T28" fmla="*/ 27 w 643"/>
              <a:gd name="T29" fmla="*/ 67 h 653"/>
              <a:gd name="T30" fmla="*/ 53 w 643"/>
              <a:gd name="T31" fmla="*/ 40 h 653"/>
              <a:gd name="T32" fmla="*/ 116 w 643"/>
              <a:gd name="T33" fmla="*/ 40 h 653"/>
              <a:gd name="T34" fmla="*/ 147 w 643"/>
              <a:gd name="T35" fmla="*/ 49 h 653"/>
              <a:gd name="T36" fmla="*/ 163 w 643"/>
              <a:gd name="T37" fmla="*/ 80 h 653"/>
              <a:gd name="T38" fmla="*/ 163 w 643"/>
              <a:gd name="T39" fmla="*/ 80 h 653"/>
              <a:gd name="T40" fmla="*/ 270 w 643"/>
              <a:gd name="T41" fmla="*/ 510 h 653"/>
              <a:gd name="T42" fmla="*/ 270 w 643"/>
              <a:gd name="T43" fmla="*/ 510 h 653"/>
              <a:gd name="T44" fmla="*/ 289 w 643"/>
              <a:gd name="T45" fmla="*/ 553 h 653"/>
              <a:gd name="T46" fmla="*/ 306 w 643"/>
              <a:gd name="T47" fmla="*/ 566 h 653"/>
              <a:gd name="T48" fmla="*/ 293 w 643"/>
              <a:gd name="T49" fmla="*/ 600 h 653"/>
              <a:gd name="T50" fmla="*/ 347 w 643"/>
              <a:gd name="T51" fmla="*/ 653 h 653"/>
              <a:gd name="T52" fmla="*/ 400 w 643"/>
              <a:gd name="T53" fmla="*/ 600 h 653"/>
              <a:gd name="T54" fmla="*/ 393 w 643"/>
              <a:gd name="T55" fmla="*/ 573 h 653"/>
              <a:gd name="T56" fmla="*/ 474 w 643"/>
              <a:gd name="T57" fmla="*/ 573 h 653"/>
              <a:gd name="T58" fmla="*/ 467 w 643"/>
              <a:gd name="T59" fmla="*/ 600 h 653"/>
              <a:gd name="T60" fmla="*/ 520 w 643"/>
              <a:gd name="T61" fmla="*/ 653 h 653"/>
              <a:gd name="T62" fmla="*/ 573 w 643"/>
              <a:gd name="T63" fmla="*/ 600 h 653"/>
              <a:gd name="T64" fmla="*/ 559 w 643"/>
              <a:gd name="T65" fmla="*/ 564 h 653"/>
              <a:gd name="T66" fmla="*/ 547 w 643"/>
              <a:gd name="T67" fmla="*/ 547 h 653"/>
              <a:gd name="T68" fmla="*/ 343 w 643"/>
              <a:gd name="T69" fmla="*/ 547 h 653"/>
              <a:gd name="T70" fmla="*/ 309 w 643"/>
              <a:gd name="T71" fmla="*/ 536 h 653"/>
              <a:gd name="T72" fmla="*/ 295 w 643"/>
              <a:gd name="T73" fmla="*/ 503 h 653"/>
              <a:gd name="T74" fmla="*/ 295 w 643"/>
              <a:gd name="T75" fmla="*/ 503 h 653"/>
              <a:gd name="T76" fmla="*/ 286 w 643"/>
              <a:gd name="T77" fmla="*/ 467 h 653"/>
              <a:gd name="T78" fmla="*/ 531 w 643"/>
              <a:gd name="T79" fmla="*/ 467 h 653"/>
              <a:gd name="T80" fmla="*/ 543 w 643"/>
              <a:gd name="T81" fmla="*/ 458 h 653"/>
              <a:gd name="T82" fmla="*/ 639 w 643"/>
              <a:gd name="T83" fmla="*/ 205 h 653"/>
              <a:gd name="T84" fmla="*/ 626 w 643"/>
              <a:gd name="T85" fmla="*/ 187 h 653"/>
              <a:gd name="T86" fmla="*/ 614 w 643"/>
              <a:gd name="T87" fmla="*/ 195 h 653"/>
              <a:gd name="T88" fmla="*/ 522 w 643"/>
              <a:gd name="T89" fmla="*/ 440 h 653"/>
              <a:gd name="T90" fmla="*/ 280 w 643"/>
              <a:gd name="T91" fmla="*/ 440 h 653"/>
              <a:gd name="T92" fmla="*/ 189 w 643"/>
              <a:gd name="T93" fmla="*/ 72 h 653"/>
              <a:gd name="T94" fmla="*/ 165 w 643"/>
              <a:gd name="T95" fmla="*/ 29 h 653"/>
              <a:gd name="T96" fmla="*/ 116 w 643"/>
              <a:gd name="T97" fmla="*/ 13 h 653"/>
              <a:gd name="T98" fmla="*/ 27 w 643"/>
              <a:gd name="T99" fmla="*/ 13 h 653"/>
              <a:gd name="T100" fmla="*/ 347 w 643"/>
              <a:gd name="T101" fmla="*/ 573 h 653"/>
              <a:gd name="T102" fmla="*/ 373 w 643"/>
              <a:gd name="T103" fmla="*/ 600 h 653"/>
              <a:gd name="T104" fmla="*/ 347 w 643"/>
              <a:gd name="T105" fmla="*/ 627 h 653"/>
              <a:gd name="T106" fmla="*/ 320 w 643"/>
              <a:gd name="T107" fmla="*/ 600 h 653"/>
              <a:gd name="T108" fmla="*/ 347 w 643"/>
              <a:gd name="T109" fmla="*/ 573 h 653"/>
              <a:gd name="T110" fmla="*/ 520 w 643"/>
              <a:gd name="T111" fmla="*/ 573 h 653"/>
              <a:gd name="T112" fmla="*/ 547 w 643"/>
              <a:gd name="T113" fmla="*/ 600 h 653"/>
              <a:gd name="T114" fmla="*/ 520 w 643"/>
              <a:gd name="T115" fmla="*/ 627 h 653"/>
              <a:gd name="T116" fmla="*/ 493 w 643"/>
              <a:gd name="T117" fmla="*/ 600 h 653"/>
              <a:gd name="T118" fmla="*/ 520 w 643"/>
              <a:gd name="T119" fmla="*/ 573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43" h="653">
                <a:moveTo>
                  <a:pt x="413" y="0"/>
                </a:moveTo>
                <a:cubicBezTo>
                  <a:pt x="406" y="0"/>
                  <a:pt x="400" y="6"/>
                  <a:pt x="400" y="13"/>
                </a:cubicBezTo>
                <a:lnTo>
                  <a:pt x="400" y="248"/>
                </a:lnTo>
                <a:lnTo>
                  <a:pt x="356" y="204"/>
                </a:lnTo>
                <a:cubicBezTo>
                  <a:pt x="354" y="201"/>
                  <a:pt x="350" y="200"/>
                  <a:pt x="347" y="200"/>
                </a:cubicBezTo>
                <a:cubicBezTo>
                  <a:pt x="335" y="200"/>
                  <a:pt x="329" y="215"/>
                  <a:pt x="337" y="223"/>
                </a:cubicBezTo>
                <a:lnTo>
                  <a:pt x="413" y="299"/>
                </a:lnTo>
                <a:lnTo>
                  <a:pt x="490" y="223"/>
                </a:lnTo>
                <a:cubicBezTo>
                  <a:pt x="503" y="210"/>
                  <a:pt x="483" y="191"/>
                  <a:pt x="471" y="204"/>
                </a:cubicBezTo>
                <a:lnTo>
                  <a:pt x="427" y="248"/>
                </a:lnTo>
                <a:lnTo>
                  <a:pt x="427" y="13"/>
                </a:lnTo>
                <a:cubicBezTo>
                  <a:pt x="427" y="6"/>
                  <a:pt x="421" y="0"/>
                  <a:pt x="413" y="0"/>
                </a:cubicBezTo>
                <a:close/>
                <a:moveTo>
                  <a:pt x="27" y="13"/>
                </a:moveTo>
                <a:cubicBezTo>
                  <a:pt x="12" y="13"/>
                  <a:pt x="0" y="25"/>
                  <a:pt x="0" y="40"/>
                </a:cubicBezTo>
                <a:cubicBezTo>
                  <a:pt x="0" y="55"/>
                  <a:pt x="12" y="67"/>
                  <a:pt x="27" y="67"/>
                </a:cubicBezTo>
                <a:cubicBezTo>
                  <a:pt x="41" y="67"/>
                  <a:pt x="53" y="55"/>
                  <a:pt x="53" y="40"/>
                </a:cubicBezTo>
                <a:cubicBezTo>
                  <a:pt x="74" y="40"/>
                  <a:pt x="95" y="40"/>
                  <a:pt x="116" y="40"/>
                </a:cubicBezTo>
                <a:cubicBezTo>
                  <a:pt x="132" y="40"/>
                  <a:pt x="141" y="43"/>
                  <a:pt x="147" y="49"/>
                </a:cubicBezTo>
                <a:cubicBezTo>
                  <a:pt x="154" y="55"/>
                  <a:pt x="159" y="65"/>
                  <a:pt x="163" y="80"/>
                </a:cubicBezTo>
                <a:lnTo>
                  <a:pt x="163" y="80"/>
                </a:lnTo>
                <a:lnTo>
                  <a:pt x="270" y="510"/>
                </a:lnTo>
                <a:lnTo>
                  <a:pt x="270" y="510"/>
                </a:lnTo>
                <a:cubicBezTo>
                  <a:pt x="274" y="525"/>
                  <a:pt x="278" y="541"/>
                  <a:pt x="289" y="553"/>
                </a:cubicBezTo>
                <a:cubicBezTo>
                  <a:pt x="293" y="559"/>
                  <a:pt x="299" y="563"/>
                  <a:pt x="306" y="566"/>
                </a:cubicBezTo>
                <a:cubicBezTo>
                  <a:pt x="298" y="575"/>
                  <a:pt x="293" y="587"/>
                  <a:pt x="293" y="600"/>
                </a:cubicBezTo>
                <a:cubicBezTo>
                  <a:pt x="293" y="629"/>
                  <a:pt x="317" y="653"/>
                  <a:pt x="347" y="653"/>
                </a:cubicBezTo>
                <a:cubicBezTo>
                  <a:pt x="376" y="653"/>
                  <a:pt x="400" y="629"/>
                  <a:pt x="400" y="600"/>
                </a:cubicBezTo>
                <a:cubicBezTo>
                  <a:pt x="400" y="590"/>
                  <a:pt x="397" y="581"/>
                  <a:pt x="393" y="573"/>
                </a:cubicBezTo>
                <a:lnTo>
                  <a:pt x="474" y="573"/>
                </a:lnTo>
                <a:cubicBezTo>
                  <a:pt x="470" y="581"/>
                  <a:pt x="467" y="590"/>
                  <a:pt x="467" y="600"/>
                </a:cubicBezTo>
                <a:cubicBezTo>
                  <a:pt x="467" y="629"/>
                  <a:pt x="491" y="653"/>
                  <a:pt x="520" y="653"/>
                </a:cubicBezTo>
                <a:cubicBezTo>
                  <a:pt x="549" y="653"/>
                  <a:pt x="573" y="629"/>
                  <a:pt x="573" y="600"/>
                </a:cubicBezTo>
                <a:cubicBezTo>
                  <a:pt x="573" y="586"/>
                  <a:pt x="568" y="574"/>
                  <a:pt x="559" y="564"/>
                </a:cubicBezTo>
                <a:cubicBezTo>
                  <a:pt x="562" y="556"/>
                  <a:pt x="556" y="547"/>
                  <a:pt x="547" y="547"/>
                </a:cubicBezTo>
                <a:cubicBezTo>
                  <a:pt x="477" y="547"/>
                  <a:pt x="403" y="547"/>
                  <a:pt x="343" y="547"/>
                </a:cubicBezTo>
                <a:cubicBezTo>
                  <a:pt x="322" y="547"/>
                  <a:pt x="314" y="542"/>
                  <a:pt x="309" y="536"/>
                </a:cubicBezTo>
                <a:cubicBezTo>
                  <a:pt x="303" y="529"/>
                  <a:pt x="299" y="518"/>
                  <a:pt x="295" y="503"/>
                </a:cubicBezTo>
                <a:lnTo>
                  <a:pt x="295" y="503"/>
                </a:lnTo>
                <a:lnTo>
                  <a:pt x="286" y="467"/>
                </a:lnTo>
                <a:lnTo>
                  <a:pt x="531" y="467"/>
                </a:lnTo>
                <a:cubicBezTo>
                  <a:pt x="536" y="467"/>
                  <a:pt x="541" y="463"/>
                  <a:pt x="543" y="458"/>
                </a:cubicBezTo>
                <a:lnTo>
                  <a:pt x="639" y="205"/>
                </a:lnTo>
                <a:cubicBezTo>
                  <a:pt x="643" y="196"/>
                  <a:pt x="636" y="186"/>
                  <a:pt x="626" y="187"/>
                </a:cubicBezTo>
                <a:cubicBezTo>
                  <a:pt x="621" y="187"/>
                  <a:pt x="616" y="190"/>
                  <a:pt x="614" y="195"/>
                </a:cubicBezTo>
                <a:lnTo>
                  <a:pt x="522" y="440"/>
                </a:lnTo>
                <a:lnTo>
                  <a:pt x="280" y="440"/>
                </a:lnTo>
                <a:cubicBezTo>
                  <a:pt x="249" y="318"/>
                  <a:pt x="219" y="195"/>
                  <a:pt x="189" y="72"/>
                </a:cubicBezTo>
                <a:cubicBezTo>
                  <a:pt x="184" y="55"/>
                  <a:pt x="177" y="40"/>
                  <a:pt x="165" y="29"/>
                </a:cubicBezTo>
                <a:cubicBezTo>
                  <a:pt x="153" y="19"/>
                  <a:pt x="136" y="13"/>
                  <a:pt x="116" y="13"/>
                </a:cubicBezTo>
                <a:cubicBezTo>
                  <a:pt x="86" y="13"/>
                  <a:pt x="56" y="14"/>
                  <a:pt x="27" y="13"/>
                </a:cubicBezTo>
                <a:close/>
                <a:moveTo>
                  <a:pt x="347" y="573"/>
                </a:moveTo>
                <a:cubicBezTo>
                  <a:pt x="362" y="573"/>
                  <a:pt x="373" y="585"/>
                  <a:pt x="373" y="600"/>
                </a:cubicBezTo>
                <a:cubicBezTo>
                  <a:pt x="373" y="615"/>
                  <a:pt x="362" y="627"/>
                  <a:pt x="347" y="627"/>
                </a:cubicBezTo>
                <a:cubicBezTo>
                  <a:pt x="332" y="627"/>
                  <a:pt x="320" y="615"/>
                  <a:pt x="320" y="600"/>
                </a:cubicBezTo>
                <a:cubicBezTo>
                  <a:pt x="320" y="585"/>
                  <a:pt x="332" y="573"/>
                  <a:pt x="347" y="573"/>
                </a:cubicBezTo>
                <a:close/>
                <a:moveTo>
                  <a:pt x="520" y="573"/>
                </a:moveTo>
                <a:cubicBezTo>
                  <a:pt x="535" y="573"/>
                  <a:pt x="547" y="585"/>
                  <a:pt x="547" y="600"/>
                </a:cubicBezTo>
                <a:cubicBezTo>
                  <a:pt x="547" y="615"/>
                  <a:pt x="535" y="627"/>
                  <a:pt x="520" y="627"/>
                </a:cubicBezTo>
                <a:cubicBezTo>
                  <a:pt x="505" y="627"/>
                  <a:pt x="493" y="615"/>
                  <a:pt x="493" y="600"/>
                </a:cubicBezTo>
                <a:cubicBezTo>
                  <a:pt x="493" y="585"/>
                  <a:pt x="505" y="573"/>
                  <a:pt x="520" y="573"/>
                </a:cubicBez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
        <p:nvSpPr>
          <p:cNvPr id="109" name="Add to Cart"/>
          <p:cNvSpPr>
            <a:spLocks noChangeAspect="1" noEditPoints="1"/>
          </p:cNvSpPr>
          <p:nvPr/>
        </p:nvSpPr>
        <p:spPr bwMode="auto">
          <a:xfrm>
            <a:off x="9795750" y="5381050"/>
            <a:ext cx="293909" cy="302907"/>
          </a:xfrm>
          <a:custGeom>
            <a:avLst/>
            <a:gdLst>
              <a:gd name="T0" fmla="*/ 413 w 643"/>
              <a:gd name="T1" fmla="*/ 0 h 653"/>
              <a:gd name="T2" fmla="*/ 400 w 643"/>
              <a:gd name="T3" fmla="*/ 13 h 653"/>
              <a:gd name="T4" fmla="*/ 400 w 643"/>
              <a:gd name="T5" fmla="*/ 248 h 653"/>
              <a:gd name="T6" fmla="*/ 356 w 643"/>
              <a:gd name="T7" fmla="*/ 204 h 653"/>
              <a:gd name="T8" fmla="*/ 347 w 643"/>
              <a:gd name="T9" fmla="*/ 200 h 653"/>
              <a:gd name="T10" fmla="*/ 337 w 643"/>
              <a:gd name="T11" fmla="*/ 223 h 653"/>
              <a:gd name="T12" fmla="*/ 413 w 643"/>
              <a:gd name="T13" fmla="*/ 299 h 653"/>
              <a:gd name="T14" fmla="*/ 490 w 643"/>
              <a:gd name="T15" fmla="*/ 223 h 653"/>
              <a:gd name="T16" fmla="*/ 471 w 643"/>
              <a:gd name="T17" fmla="*/ 204 h 653"/>
              <a:gd name="T18" fmla="*/ 427 w 643"/>
              <a:gd name="T19" fmla="*/ 248 h 653"/>
              <a:gd name="T20" fmla="*/ 427 w 643"/>
              <a:gd name="T21" fmla="*/ 13 h 653"/>
              <a:gd name="T22" fmla="*/ 413 w 643"/>
              <a:gd name="T23" fmla="*/ 0 h 653"/>
              <a:gd name="T24" fmla="*/ 27 w 643"/>
              <a:gd name="T25" fmla="*/ 13 h 653"/>
              <a:gd name="T26" fmla="*/ 0 w 643"/>
              <a:gd name="T27" fmla="*/ 40 h 653"/>
              <a:gd name="T28" fmla="*/ 27 w 643"/>
              <a:gd name="T29" fmla="*/ 67 h 653"/>
              <a:gd name="T30" fmla="*/ 53 w 643"/>
              <a:gd name="T31" fmla="*/ 40 h 653"/>
              <a:gd name="T32" fmla="*/ 116 w 643"/>
              <a:gd name="T33" fmla="*/ 40 h 653"/>
              <a:gd name="T34" fmla="*/ 147 w 643"/>
              <a:gd name="T35" fmla="*/ 49 h 653"/>
              <a:gd name="T36" fmla="*/ 163 w 643"/>
              <a:gd name="T37" fmla="*/ 80 h 653"/>
              <a:gd name="T38" fmla="*/ 163 w 643"/>
              <a:gd name="T39" fmla="*/ 80 h 653"/>
              <a:gd name="T40" fmla="*/ 270 w 643"/>
              <a:gd name="T41" fmla="*/ 510 h 653"/>
              <a:gd name="T42" fmla="*/ 270 w 643"/>
              <a:gd name="T43" fmla="*/ 510 h 653"/>
              <a:gd name="T44" fmla="*/ 289 w 643"/>
              <a:gd name="T45" fmla="*/ 553 h 653"/>
              <a:gd name="T46" fmla="*/ 306 w 643"/>
              <a:gd name="T47" fmla="*/ 566 h 653"/>
              <a:gd name="T48" fmla="*/ 293 w 643"/>
              <a:gd name="T49" fmla="*/ 600 h 653"/>
              <a:gd name="T50" fmla="*/ 347 w 643"/>
              <a:gd name="T51" fmla="*/ 653 h 653"/>
              <a:gd name="T52" fmla="*/ 400 w 643"/>
              <a:gd name="T53" fmla="*/ 600 h 653"/>
              <a:gd name="T54" fmla="*/ 393 w 643"/>
              <a:gd name="T55" fmla="*/ 573 h 653"/>
              <a:gd name="T56" fmla="*/ 474 w 643"/>
              <a:gd name="T57" fmla="*/ 573 h 653"/>
              <a:gd name="T58" fmla="*/ 467 w 643"/>
              <a:gd name="T59" fmla="*/ 600 h 653"/>
              <a:gd name="T60" fmla="*/ 520 w 643"/>
              <a:gd name="T61" fmla="*/ 653 h 653"/>
              <a:gd name="T62" fmla="*/ 573 w 643"/>
              <a:gd name="T63" fmla="*/ 600 h 653"/>
              <a:gd name="T64" fmla="*/ 559 w 643"/>
              <a:gd name="T65" fmla="*/ 564 h 653"/>
              <a:gd name="T66" fmla="*/ 547 w 643"/>
              <a:gd name="T67" fmla="*/ 547 h 653"/>
              <a:gd name="T68" fmla="*/ 343 w 643"/>
              <a:gd name="T69" fmla="*/ 547 h 653"/>
              <a:gd name="T70" fmla="*/ 309 w 643"/>
              <a:gd name="T71" fmla="*/ 536 h 653"/>
              <a:gd name="T72" fmla="*/ 295 w 643"/>
              <a:gd name="T73" fmla="*/ 503 h 653"/>
              <a:gd name="T74" fmla="*/ 295 w 643"/>
              <a:gd name="T75" fmla="*/ 503 h 653"/>
              <a:gd name="T76" fmla="*/ 286 w 643"/>
              <a:gd name="T77" fmla="*/ 467 h 653"/>
              <a:gd name="T78" fmla="*/ 531 w 643"/>
              <a:gd name="T79" fmla="*/ 467 h 653"/>
              <a:gd name="T80" fmla="*/ 543 w 643"/>
              <a:gd name="T81" fmla="*/ 458 h 653"/>
              <a:gd name="T82" fmla="*/ 639 w 643"/>
              <a:gd name="T83" fmla="*/ 205 h 653"/>
              <a:gd name="T84" fmla="*/ 626 w 643"/>
              <a:gd name="T85" fmla="*/ 187 h 653"/>
              <a:gd name="T86" fmla="*/ 614 w 643"/>
              <a:gd name="T87" fmla="*/ 195 h 653"/>
              <a:gd name="T88" fmla="*/ 522 w 643"/>
              <a:gd name="T89" fmla="*/ 440 h 653"/>
              <a:gd name="T90" fmla="*/ 280 w 643"/>
              <a:gd name="T91" fmla="*/ 440 h 653"/>
              <a:gd name="T92" fmla="*/ 189 w 643"/>
              <a:gd name="T93" fmla="*/ 72 h 653"/>
              <a:gd name="T94" fmla="*/ 165 w 643"/>
              <a:gd name="T95" fmla="*/ 29 h 653"/>
              <a:gd name="T96" fmla="*/ 116 w 643"/>
              <a:gd name="T97" fmla="*/ 13 h 653"/>
              <a:gd name="T98" fmla="*/ 27 w 643"/>
              <a:gd name="T99" fmla="*/ 13 h 653"/>
              <a:gd name="T100" fmla="*/ 347 w 643"/>
              <a:gd name="T101" fmla="*/ 573 h 653"/>
              <a:gd name="T102" fmla="*/ 373 w 643"/>
              <a:gd name="T103" fmla="*/ 600 h 653"/>
              <a:gd name="T104" fmla="*/ 347 w 643"/>
              <a:gd name="T105" fmla="*/ 627 h 653"/>
              <a:gd name="T106" fmla="*/ 320 w 643"/>
              <a:gd name="T107" fmla="*/ 600 h 653"/>
              <a:gd name="T108" fmla="*/ 347 w 643"/>
              <a:gd name="T109" fmla="*/ 573 h 653"/>
              <a:gd name="T110" fmla="*/ 520 w 643"/>
              <a:gd name="T111" fmla="*/ 573 h 653"/>
              <a:gd name="T112" fmla="*/ 547 w 643"/>
              <a:gd name="T113" fmla="*/ 600 h 653"/>
              <a:gd name="T114" fmla="*/ 520 w 643"/>
              <a:gd name="T115" fmla="*/ 627 h 653"/>
              <a:gd name="T116" fmla="*/ 493 w 643"/>
              <a:gd name="T117" fmla="*/ 600 h 653"/>
              <a:gd name="T118" fmla="*/ 520 w 643"/>
              <a:gd name="T119" fmla="*/ 573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43" h="653">
                <a:moveTo>
                  <a:pt x="413" y="0"/>
                </a:moveTo>
                <a:cubicBezTo>
                  <a:pt x="406" y="0"/>
                  <a:pt x="400" y="6"/>
                  <a:pt x="400" y="13"/>
                </a:cubicBezTo>
                <a:lnTo>
                  <a:pt x="400" y="248"/>
                </a:lnTo>
                <a:lnTo>
                  <a:pt x="356" y="204"/>
                </a:lnTo>
                <a:cubicBezTo>
                  <a:pt x="354" y="201"/>
                  <a:pt x="350" y="200"/>
                  <a:pt x="347" y="200"/>
                </a:cubicBezTo>
                <a:cubicBezTo>
                  <a:pt x="335" y="200"/>
                  <a:pt x="329" y="215"/>
                  <a:pt x="337" y="223"/>
                </a:cubicBezTo>
                <a:lnTo>
                  <a:pt x="413" y="299"/>
                </a:lnTo>
                <a:lnTo>
                  <a:pt x="490" y="223"/>
                </a:lnTo>
                <a:cubicBezTo>
                  <a:pt x="503" y="210"/>
                  <a:pt x="483" y="191"/>
                  <a:pt x="471" y="204"/>
                </a:cubicBezTo>
                <a:lnTo>
                  <a:pt x="427" y="248"/>
                </a:lnTo>
                <a:lnTo>
                  <a:pt x="427" y="13"/>
                </a:lnTo>
                <a:cubicBezTo>
                  <a:pt x="427" y="6"/>
                  <a:pt x="421" y="0"/>
                  <a:pt x="413" y="0"/>
                </a:cubicBezTo>
                <a:close/>
                <a:moveTo>
                  <a:pt x="27" y="13"/>
                </a:moveTo>
                <a:cubicBezTo>
                  <a:pt x="12" y="13"/>
                  <a:pt x="0" y="25"/>
                  <a:pt x="0" y="40"/>
                </a:cubicBezTo>
                <a:cubicBezTo>
                  <a:pt x="0" y="55"/>
                  <a:pt x="12" y="67"/>
                  <a:pt x="27" y="67"/>
                </a:cubicBezTo>
                <a:cubicBezTo>
                  <a:pt x="41" y="67"/>
                  <a:pt x="53" y="55"/>
                  <a:pt x="53" y="40"/>
                </a:cubicBezTo>
                <a:cubicBezTo>
                  <a:pt x="74" y="40"/>
                  <a:pt x="95" y="40"/>
                  <a:pt x="116" y="40"/>
                </a:cubicBezTo>
                <a:cubicBezTo>
                  <a:pt x="132" y="40"/>
                  <a:pt x="141" y="43"/>
                  <a:pt x="147" y="49"/>
                </a:cubicBezTo>
                <a:cubicBezTo>
                  <a:pt x="154" y="55"/>
                  <a:pt x="159" y="65"/>
                  <a:pt x="163" y="80"/>
                </a:cubicBezTo>
                <a:lnTo>
                  <a:pt x="163" y="80"/>
                </a:lnTo>
                <a:lnTo>
                  <a:pt x="270" y="510"/>
                </a:lnTo>
                <a:lnTo>
                  <a:pt x="270" y="510"/>
                </a:lnTo>
                <a:cubicBezTo>
                  <a:pt x="274" y="525"/>
                  <a:pt x="278" y="541"/>
                  <a:pt x="289" y="553"/>
                </a:cubicBezTo>
                <a:cubicBezTo>
                  <a:pt x="293" y="559"/>
                  <a:pt x="299" y="563"/>
                  <a:pt x="306" y="566"/>
                </a:cubicBezTo>
                <a:cubicBezTo>
                  <a:pt x="298" y="575"/>
                  <a:pt x="293" y="587"/>
                  <a:pt x="293" y="600"/>
                </a:cubicBezTo>
                <a:cubicBezTo>
                  <a:pt x="293" y="629"/>
                  <a:pt x="317" y="653"/>
                  <a:pt x="347" y="653"/>
                </a:cubicBezTo>
                <a:cubicBezTo>
                  <a:pt x="376" y="653"/>
                  <a:pt x="400" y="629"/>
                  <a:pt x="400" y="600"/>
                </a:cubicBezTo>
                <a:cubicBezTo>
                  <a:pt x="400" y="590"/>
                  <a:pt x="397" y="581"/>
                  <a:pt x="393" y="573"/>
                </a:cubicBezTo>
                <a:lnTo>
                  <a:pt x="474" y="573"/>
                </a:lnTo>
                <a:cubicBezTo>
                  <a:pt x="470" y="581"/>
                  <a:pt x="467" y="590"/>
                  <a:pt x="467" y="600"/>
                </a:cubicBezTo>
                <a:cubicBezTo>
                  <a:pt x="467" y="629"/>
                  <a:pt x="491" y="653"/>
                  <a:pt x="520" y="653"/>
                </a:cubicBezTo>
                <a:cubicBezTo>
                  <a:pt x="549" y="653"/>
                  <a:pt x="573" y="629"/>
                  <a:pt x="573" y="600"/>
                </a:cubicBezTo>
                <a:cubicBezTo>
                  <a:pt x="573" y="586"/>
                  <a:pt x="568" y="574"/>
                  <a:pt x="559" y="564"/>
                </a:cubicBezTo>
                <a:cubicBezTo>
                  <a:pt x="562" y="556"/>
                  <a:pt x="556" y="547"/>
                  <a:pt x="547" y="547"/>
                </a:cubicBezTo>
                <a:cubicBezTo>
                  <a:pt x="477" y="547"/>
                  <a:pt x="403" y="547"/>
                  <a:pt x="343" y="547"/>
                </a:cubicBezTo>
                <a:cubicBezTo>
                  <a:pt x="322" y="547"/>
                  <a:pt x="314" y="542"/>
                  <a:pt x="309" y="536"/>
                </a:cubicBezTo>
                <a:cubicBezTo>
                  <a:pt x="303" y="529"/>
                  <a:pt x="299" y="518"/>
                  <a:pt x="295" y="503"/>
                </a:cubicBezTo>
                <a:lnTo>
                  <a:pt x="295" y="503"/>
                </a:lnTo>
                <a:lnTo>
                  <a:pt x="286" y="467"/>
                </a:lnTo>
                <a:lnTo>
                  <a:pt x="531" y="467"/>
                </a:lnTo>
                <a:cubicBezTo>
                  <a:pt x="536" y="467"/>
                  <a:pt x="541" y="463"/>
                  <a:pt x="543" y="458"/>
                </a:cubicBezTo>
                <a:lnTo>
                  <a:pt x="639" y="205"/>
                </a:lnTo>
                <a:cubicBezTo>
                  <a:pt x="643" y="196"/>
                  <a:pt x="636" y="186"/>
                  <a:pt x="626" y="187"/>
                </a:cubicBezTo>
                <a:cubicBezTo>
                  <a:pt x="621" y="187"/>
                  <a:pt x="616" y="190"/>
                  <a:pt x="614" y="195"/>
                </a:cubicBezTo>
                <a:lnTo>
                  <a:pt x="522" y="440"/>
                </a:lnTo>
                <a:lnTo>
                  <a:pt x="280" y="440"/>
                </a:lnTo>
                <a:cubicBezTo>
                  <a:pt x="249" y="318"/>
                  <a:pt x="219" y="195"/>
                  <a:pt x="189" y="72"/>
                </a:cubicBezTo>
                <a:cubicBezTo>
                  <a:pt x="184" y="55"/>
                  <a:pt x="177" y="40"/>
                  <a:pt x="165" y="29"/>
                </a:cubicBezTo>
                <a:cubicBezTo>
                  <a:pt x="153" y="19"/>
                  <a:pt x="136" y="13"/>
                  <a:pt x="116" y="13"/>
                </a:cubicBezTo>
                <a:cubicBezTo>
                  <a:pt x="86" y="13"/>
                  <a:pt x="56" y="14"/>
                  <a:pt x="27" y="13"/>
                </a:cubicBezTo>
                <a:close/>
                <a:moveTo>
                  <a:pt x="347" y="573"/>
                </a:moveTo>
                <a:cubicBezTo>
                  <a:pt x="362" y="573"/>
                  <a:pt x="373" y="585"/>
                  <a:pt x="373" y="600"/>
                </a:cubicBezTo>
                <a:cubicBezTo>
                  <a:pt x="373" y="615"/>
                  <a:pt x="362" y="627"/>
                  <a:pt x="347" y="627"/>
                </a:cubicBezTo>
                <a:cubicBezTo>
                  <a:pt x="332" y="627"/>
                  <a:pt x="320" y="615"/>
                  <a:pt x="320" y="600"/>
                </a:cubicBezTo>
                <a:cubicBezTo>
                  <a:pt x="320" y="585"/>
                  <a:pt x="332" y="573"/>
                  <a:pt x="347" y="573"/>
                </a:cubicBezTo>
                <a:close/>
                <a:moveTo>
                  <a:pt x="520" y="573"/>
                </a:moveTo>
                <a:cubicBezTo>
                  <a:pt x="535" y="573"/>
                  <a:pt x="547" y="585"/>
                  <a:pt x="547" y="600"/>
                </a:cubicBezTo>
                <a:cubicBezTo>
                  <a:pt x="547" y="615"/>
                  <a:pt x="535" y="627"/>
                  <a:pt x="520" y="627"/>
                </a:cubicBezTo>
                <a:cubicBezTo>
                  <a:pt x="505" y="627"/>
                  <a:pt x="493" y="615"/>
                  <a:pt x="493" y="600"/>
                </a:cubicBezTo>
                <a:cubicBezTo>
                  <a:pt x="493" y="585"/>
                  <a:pt x="505" y="573"/>
                  <a:pt x="520" y="573"/>
                </a:cubicBezTo>
                <a:close/>
              </a:path>
            </a:pathLst>
          </a:custGeom>
          <a:solidFill>
            <a:srgbClr val="5F5F5F"/>
          </a:solidFill>
          <a:ln w="9525">
            <a:noFill/>
            <a:round/>
            <a:headEnd/>
            <a:tailEnd/>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2464324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Browser" descr="&lt;SmartSettings&gt;&lt;SmartResize enabled=&quot;True&quot; minWidth=&quot;140&quot; minHeight=&quot;50&quot; /&gt;&lt;/SmartSettings&gt;"/>
          <p:cNvGrpSpPr/>
          <p:nvPr>
            <p:custDataLst>
              <p:tags r:id="rId1"/>
            </p:custDataLst>
          </p:nvPr>
        </p:nvGrpSpPr>
        <p:grpSpPr>
          <a:xfrm>
            <a:off x="522661" y="0"/>
            <a:ext cx="11083185" cy="6842054"/>
            <a:chOff x="595685" y="1261242"/>
            <a:chExt cx="6668462" cy="4352545"/>
          </a:xfrm>
        </p:grpSpPr>
        <p:sp>
          <p:nvSpPr>
            <p:cNvPr id="54" name="Window Body" descr="&lt;SmartSettings&gt;&lt;SmartResize anchorLeft=&quot;Absolute&quot; anchorTop=&quot;Absolute&quot; anchorRight=&quot;Absolute&quot; anchorBottom=&quot;Absolute&quot; /&gt;&lt;/SmartSettings&gt;"/>
            <p:cNvSpPr/>
            <p:nvPr>
              <p:custDataLst>
                <p:tags r:id="rId2"/>
              </p:custDataLst>
            </p:nvPr>
          </p:nvSpPr>
          <p:spPr>
            <a:xfrm>
              <a:off x="595685" y="1601571"/>
              <a:ext cx="6668462" cy="4012216"/>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dirty="0">
                <a:solidFill>
                  <a:srgbClr val="5F5F5F"/>
                </a:solidFill>
                <a:latin typeface="Segoe UI" panose="020B0502040204020203" pitchFamily="34" charset="0"/>
                <a:cs typeface="Segoe UI" panose="020B0502040204020203" pitchFamily="34" charset="0"/>
              </a:endParaRPr>
            </a:p>
          </p:txBody>
        </p:sp>
        <p:sp>
          <p:nvSpPr>
            <p:cNvPr id="55" name="Title Bar" descr="&lt;SmartSettings&gt;&lt;SmartResize anchorLeft=&quot;Absolute&quot; anchorTop=&quot;Absolute&quot; anchorRight=&quot;Absolute&quot; anchorBottom=&quot;None&quot; /&gt;&lt;/SmartSettings&gt;"/>
            <p:cNvSpPr/>
            <p:nvPr>
              <p:custDataLst>
                <p:tags r:id="rId3"/>
              </p:custDataLst>
            </p:nvPr>
          </p:nvSpPr>
          <p:spPr>
            <a:xfrm>
              <a:off x="595685" y="1261242"/>
              <a:ext cx="6668461" cy="341660"/>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22860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900" dirty="0" smtClean="0">
                  <a:solidFill>
                    <a:srgbClr val="5F5F5F"/>
                  </a:solidFill>
                  <a:latin typeface="Segoe UI" panose="020B0502040204020203" pitchFamily="34" charset="0"/>
                  <a:cs typeface="Segoe UI" panose="020B0502040204020203" pitchFamily="34" charset="0"/>
                </a:rPr>
                <a:t>Browser</a:t>
              </a:r>
              <a:endParaRPr lang="en-US" sz="900" dirty="0">
                <a:solidFill>
                  <a:srgbClr val="5F5F5F"/>
                </a:solidFill>
                <a:latin typeface="Segoe UI" panose="020B0502040204020203" pitchFamily="34" charset="0"/>
                <a:cs typeface="Segoe UI" panose="020B0502040204020203" pitchFamily="34" charset="0"/>
              </a:endParaRPr>
            </a:p>
          </p:txBody>
        </p:sp>
        <p:sp>
          <p:nvSpPr>
            <p:cNvPr id="56" name="Menu Button" descr="&lt;SmartSettings&gt;&lt;SmartResize anchorLeft=&quot;None&quot; anchorTop=&quot;Absolute&quot; anchorRight=&quot;Absolute&quot; anchorBottom=&quot;None&quot; /&gt;&lt;/SmartSettings&gt;"/>
            <p:cNvSpPr>
              <a:spLocks noChangeAspect="1" noEditPoints="1"/>
            </p:cNvSpPr>
            <p:nvPr>
              <p:custDataLst>
                <p:tags r:id="rId4"/>
              </p:custDataLst>
            </p:nvPr>
          </p:nvSpPr>
          <p:spPr bwMode="auto">
            <a:xfrm>
              <a:off x="7121019" y="1456895"/>
              <a:ext cx="89785" cy="71702"/>
            </a:xfrm>
            <a:custGeom>
              <a:avLst/>
              <a:gdLst>
                <a:gd name="T0" fmla="*/ 0 w 415"/>
                <a:gd name="T1" fmla="*/ 309 h 309"/>
                <a:gd name="T2" fmla="*/ 415 w 415"/>
                <a:gd name="T3" fmla="*/ 309 h 309"/>
                <a:gd name="T4" fmla="*/ 0 w 415"/>
                <a:gd name="T5" fmla="*/ 155 h 309"/>
                <a:gd name="T6" fmla="*/ 415 w 415"/>
                <a:gd name="T7" fmla="*/ 155 h 309"/>
                <a:gd name="T8" fmla="*/ 0 w 415"/>
                <a:gd name="T9" fmla="*/ 0 h 309"/>
                <a:gd name="T10" fmla="*/ 415 w 415"/>
                <a:gd name="T11" fmla="*/ 0 h 309"/>
              </a:gdLst>
              <a:ahLst/>
              <a:cxnLst>
                <a:cxn ang="0">
                  <a:pos x="T0" y="T1"/>
                </a:cxn>
                <a:cxn ang="0">
                  <a:pos x="T2" y="T3"/>
                </a:cxn>
                <a:cxn ang="0">
                  <a:pos x="T4" y="T5"/>
                </a:cxn>
                <a:cxn ang="0">
                  <a:pos x="T6" y="T7"/>
                </a:cxn>
                <a:cxn ang="0">
                  <a:pos x="T8" y="T9"/>
                </a:cxn>
                <a:cxn ang="0">
                  <a:pos x="T10" y="T11"/>
                </a:cxn>
              </a:cxnLst>
              <a:rect l="0" t="0" r="r" b="b"/>
              <a:pathLst>
                <a:path w="415" h="309">
                  <a:moveTo>
                    <a:pt x="0" y="309"/>
                  </a:moveTo>
                  <a:lnTo>
                    <a:pt x="415" y="309"/>
                  </a:lnTo>
                  <a:moveTo>
                    <a:pt x="0" y="155"/>
                  </a:moveTo>
                  <a:lnTo>
                    <a:pt x="415" y="155"/>
                  </a:lnTo>
                  <a:moveTo>
                    <a:pt x="0" y="0"/>
                  </a:moveTo>
                  <a:lnTo>
                    <a:pt x="415" y="0"/>
                  </a:lnTo>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57" name="Close Button" descr="&lt;SmartSettings&gt;&lt;SmartResize anchorLeft=&quot;None&quot; anchorTop=&quot;Absolute&quot; anchorRight=&quot;Absolute&quot; anchorBottom=&quot;None&quot; /&gt;&lt;/SmartSettings&gt;"/>
            <p:cNvSpPr>
              <a:spLocks noEditPoints="1"/>
            </p:cNvSpPr>
            <p:nvPr>
              <p:custDataLst>
                <p:tags r:id="rId5"/>
              </p:custDataLst>
            </p:nvPr>
          </p:nvSpPr>
          <p:spPr bwMode="auto">
            <a:xfrm>
              <a:off x="7137262" y="1306565"/>
              <a:ext cx="59220" cy="60593"/>
            </a:xfrm>
            <a:custGeom>
              <a:avLst/>
              <a:gdLst>
                <a:gd name="T0" fmla="*/ 254 w 254"/>
                <a:gd name="T1" fmla="*/ 0 h 254"/>
                <a:gd name="T2" fmla="*/ 0 w 254"/>
                <a:gd name="T3" fmla="*/ 254 h 254"/>
                <a:gd name="T4" fmla="*/ 0 w 254"/>
                <a:gd name="T5" fmla="*/ 0 h 254"/>
                <a:gd name="T6" fmla="*/ 254 w 254"/>
                <a:gd name="T7" fmla="*/ 254 h 254"/>
              </a:gdLst>
              <a:ahLst/>
              <a:cxnLst>
                <a:cxn ang="0">
                  <a:pos x="T0" y="T1"/>
                </a:cxn>
                <a:cxn ang="0">
                  <a:pos x="T2" y="T3"/>
                </a:cxn>
                <a:cxn ang="0">
                  <a:pos x="T4" y="T5"/>
                </a:cxn>
                <a:cxn ang="0">
                  <a:pos x="T6" y="T7"/>
                </a:cxn>
              </a:cxnLst>
              <a:rect l="0" t="0" r="r" b="b"/>
              <a:pathLst>
                <a:path w="254" h="254">
                  <a:moveTo>
                    <a:pt x="254" y="0"/>
                  </a:moveTo>
                  <a:lnTo>
                    <a:pt x="0" y="254"/>
                  </a:lnTo>
                  <a:moveTo>
                    <a:pt x="0" y="0"/>
                  </a:moveTo>
                  <a:lnTo>
                    <a:pt x="254" y="254"/>
                  </a:lnTo>
                </a:path>
              </a:pathLst>
            </a:custGeom>
            <a:noFill/>
            <a:ln w="9525"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58" name="Address Box" descr="&lt;SmartSettings&gt;&lt;SmartResize anchorLeft=&quot;Absolute&quot; anchorTop=&quot;Absolute&quot; anchorRight=&quot;Absolute&quot; anchorBottom=&quot;None&quot; /&gt;&lt;/SmartSettings&gt;"/>
            <p:cNvSpPr/>
            <p:nvPr>
              <p:custDataLst>
                <p:tags r:id="rId6"/>
              </p:custDataLst>
            </p:nvPr>
          </p:nvSpPr>
          <p:spPr>
            <a:xfrm>
              <a:off x="1138944" y="1417126"/>
              <a:ext cx="5928731" cy="151240"/>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237744"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900" noProof="1" smtClean="0">
                  <a:solidFill>
                    <a:srgbClr val="5F5F5F"/>
                  </a:solidFill>
                  <a:latin typeface="Segoe UI" panose="020B0502040204020203" pitchFamily="34" charset="0"/>
                  <a:cs typeface="Segoe UI" panose="020B0502040204020203" pitchFamily="34" charset="0"/>
                </a:rPr>
                <a:t>www.Webshop.com</a:t>
              </a:r>
              <a:endParaRPr lang="en-US" sz="900" noProof="1">
                <a:solidFill>
                  <a:srgbClr val="5F5F5F"/>
                </a:solidFill>
                <a:latin typeface="Segoe UI" panose="020B0502040204020203" pitchFamily="34" charset="0"/>
                <a:cs typeface="Segoe UI" panose="020B0502040204020203" pitchFamily="34" charset="0"/>
              </a:endParaRPr>
            </a:p>
          </p:txBody>
        </p:sp>
        <p:sp>
          <p:nvSpPr>
            <p:cNvPr id="59" name="Document Icon" descr="&lt;SmartSettings&gt;&lt;SmartResize anchorLeft=&quot;Absolute&quot; anchorTop=&quot;Absolute&quot; anchorRight=&quot;None&quot; anchorBottom=&quot;None&quot; /&gt;&lt;/SmartSettings&gt;"/>
            <p:cNvSpPr>
              <a:spLocks noChangeAspect="1" noEditPoints="1"/>
            </p:cNvSpPr>
            <p:nvPr>
              <p:custDataLst>
                <p:tags r:id="rId7"/>
              </p:custDataLst>
            </p:nvPr>
          </p:nvSpPr>
          <p:spPr bwMode="auto">
            <a:xfrm>
              <a:off x="1184747" y="1450331"/>
              <a:ext cx="56355" cy="84830"/>
            </a:xfrm>
            <a:custGeom>
              <a:avLst/>
              <a:gdLst>
                <a:gd name="T0" fmla="*/ 153 w 260"/>
                <a:gd name="T1" fmla="*/ 7 h 367"/>
                <a:gd name="T2" fmla="*/ 153 w 260"/>
                <a:gd name="T3" fmla="*/ 108 h 367"/>
                <a:gd name="T4" fmla="*/ 253 w 260"/>
                <a:gd name="T5" fmla="*/ 108 h 367"/>
                <a:gd name="T6" fmla="*/ 0 w 260"/>
                <a:gd name="T7" fmla="*/ 0 h 367"/>
                <a:gd name="T8" fmla="*/ 0 w 260"/>
                <a:gd name="T9" fmla="*/ 367 h 367"/>
                <a:gd name="T10" fmla="*/ 260 w 260"/>
                <a:gd name="T11" fmla="*/ 367 h 367"/>
                <a:gd name="T12" fmla="*/ 260 w 260"/>
                <a:gd name="T13" fmla="*/ 100 h 367"/>
                <a:gd name="T14" fmla="*/ 161 w 260"/>
                <a:gd name="T15" fmla="*/ 1 h 367"/>
                <a:gd name="T16" fmla="*/ 0 w 260"/>
                <a:gd name="T17" fmla="*/ 0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 h="367">
                  <a:moveTo>
                    <a:pt x="153" y="7"/>
                  </a:moveTo>
                  <a:lnTo>
                    <a:pt x="153" y="108"/>
                  </a:lnTo>
                  <a:lnTo>
                    <a:pt x="253" y="108"/>
                  </a:lnTo>
                  <a:moveTo>
                    <a:pt x="0" y="0"/>
                  </a:moveTo>
                  <a:lnTo>
                    <a:pt x="0" y="367"/>
                  </a:lnTo>
                  <a:lnTo>
                    <a:pt x="260" y="367"/>
                  </a:lnTo>
                  <a:lnTo>
                    <a:pt x="260" y="100"/>
                  </a:lnTo>
                  <a:lnTo>
                    <a:pt x="161" y="1"/>
                  </a:lnTo>
                  <a:lnTo>
                    <a:pt x="0" y="0"/>
                  </a:lnTo>
                  <a:close/>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grpSp>
          <p:nvGrpSpPr>
            <p:cNvPr id="60" name="Navigation Buttons"/>
            <p:cNvGrpSpPr/>
            <p:nvPr/>
          </p:nvGrpSpPr>
          <p:grpSpPr>
            <a:xfrm>
              <a:off x="671443" y="1437706"/>
              <a:ext cx="385884" cy="110078"/>
              <a:chOff x="671443" y="1437706"/>
              <a:chExt cx="385884" cy="110078"/>
            </a:xfrm>
          </p:grpSpPr>
          <p:sp>
            <p:nvSpPr>
              <p:cNvPr id="61" name="Back Button" descr="&lt;SmartSettings&gt;&lt;SmartResize anchorLeft=&quot;Absolute&quot; anchorTop=&quot;Absolute&quot; anchorRight=&quot;None&quot; anchorBottom=&quot;None&quot; /&gt;&lt;/SmartSettings&gt;"/>
              <p:cNvSpPr>
                <a:spLocks noChangeAspect="1" noEditPoints="1"/>
              </p:cNvSpPr>
              <p:nvPr>
                <p:custDataLst>
                  <p:tags r:id="rId8"/>
                </p:custDataLst>
              </p:nvPr>
            </p:nvSpPr>
            <p:spPr bwMode="auto">
              <a:xfrm>
                <a:off x="671443" y="1454370"/>
                <a:ext cx="91695" cy="76751"/>
              </a:xfrm>
              <a:custGeom>
                <a:avLst/>
                <a:gdLst>
                  <a:gd name="T0" fmla="*/ 159 w 423"/>
                  <a:gd name="T1" fmla="*/ 332 h 332"/>
                  <a:gd name="T2" fmla="*/ 0 w 423"/>
                  <a:gd name="T3" fmla="*/ 166 h 332"/>
                  <a:gd name="T4" fmla="*/ 159 w 423"/>
                  <a:gd name="T5" fmla="*/ 0 h 332"/>
                  <a:gd name="T6" fmla="*/ 15 w 423"/>
                  <a:gd name="T7" fmla="*/ 166 h 332"/>
                  <a:gd name="T8" fmla="*/ 423 w 423"/>
                  <a:gd name="T9" fmla="*/ 166 h 332"/>
                </a:gdLst>
                <a:ahLst/>
                <a:cxnLst>
                  <a:cxn ang="0">
                    <a:pos x="T0" y="T1"/>
                  </a:cxn>
                  <a:cxn ang="0">
                    <a:pos x="T2" y="T3"/>
                  </a:cxn>
                  <a:cxn ang="0">
                    <a:pos x="T4" y="T5"/>
                  </a:cxn>
                  <a:cxn ang="0">
                    <a:pos x="T6" y="T7"/>
                  </a:cxn>
                  <a:cxn ang="0">
                    <a:pos x="T8" y="T9"/>
                  </a:cxn>
                </a:cxnLst>
                <a:rect l="0" t="0" r="r" b="b"/>
                <a:pathLst>
                  <a:path w="423" h="332">
                    <a:moveTo>
                      <a:pt x="159" y="332"/>
                    </a:moveTo>
                    <a:lnTo>
                      <a:pt x="0" y="166"/>
                    </a:lnTo>
                    <a:lnTo>
                      <a:pt x="159" y="0"/>
                    </a:lnTo>
                    <a:moveTo>
                      <a:pt x="15" y="166"/>
                    </a:moveTo>
                    <a:lnTo>
                      <a:pt x="423" y="166"/>
                    </a:lnTo>
                  </a:path>
                </a:pathLst>
              </a:custGeom>
              <a:noFill/>
              <a:ln w="6350" cap="sq">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62" name="Forward Button" descr="&lt;SmartSettings&gt;&lt;SmartResize anchorLeft=&quot;Absolute&quot; anchorTop=&quot;Absolute&quot; anchorRight=&quot;None&quot; anchorBottom=&quot;None&quot; /&gt;&lt;/SmartSettings&gt;"/>
              <p:cNvSpPr>
                <a:spLocks noChangeAspect="1" noEditPoints="1"/>
              </p:cNvSpPr>
              <p:nvPr>
                <p:custDataLst>
                  <p:tags r:id="rId9"/>
                </p:custDataLst>
              </p:nvPr>
            </p:nvSpPr>
            <p:spPr bwMode="auto">
              <a:xfrm>
                <a:off x="816627" y="1454370"/>
                <a:ext cx="91695" cy="76751"/>
              </a:xfrm>
              <a:custGeom>
                <a:avLst/>
                <a:gdLst>
                  <a:gd name="T0" fmla="*/ 265 w 423"/>
                  <a:gd name="T1" fmla="*/ 0 h 332"/>
                  <a:gd name="T2" fmla="*/ 423 w 423"/>
                  <a:gd name="T3" fmla="*/ 166 h 332"/>
                  <a:gd name="T4" fmla="*/ 265 w 423"/>
                  <a:gd name="T5" fmla="*/ 332 h 332"/>
                  <a:gd name="T6" fmla="*/ 408 w 423"/>
                  <a:gd name="T7" fmla="*/ 166 h 332"/>
                  <a:gd name="T8" fmla="*/ 0 w 423"/>
                  <a:gd name="T9" fmla="*/ 166 h 332"/>
                </a:gdLst>
                <a:ahLst/>
                <a:cxnLst>
                  <a:cxn ang="0">
                    <a:pos x="T0" y="T1"/>
                  </a:cxn>
                  <a:cxn ang="0">
                    <a:pos x="T2" y="T3"/>
                  </a:cxn>
                  <a:cxn ang="0">
                    <a:pos x="T4" y="T5"/>
                  </a:cxn>
                  <a:cxn ang="0">
                    <a:pos x="T6" y="T7"/>
                  </a:cxn>
                  <a:cxn ang="0">
                    <a:pos x="T8" y="T9"/>
                  </a:cxn>
                </a:cxnLst>
                <a:rect l="0" t="0" r="r" b="b"/>
                <a:pathLst>
                  <a:path w="423" h="332">
                    <a:moveTo>
                      <a:pt x="265" y="0"/>
                    </a:moveTo>
                    <a:lnTo>
                      <a:pt x="423" y="166"/>
                    </a:lnTo>
                    <a:lnTo>
                      <a:pt x="265" y="332"/>
                    </a:lnTo>
                    <a:moveTo>
                      <a:pt x="408" y="166"/>
                    </a:moveTo>
                    <a:lnTo>
                      <a:pt x="0" y="166"/>
                    </a:lnTo>
                  </a:path>
                </a:pathLst>
              </a:custGeom>
              <a:noFill/>
              <a:ln w="6350" cap="sq">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63" name="Reload Button" descr="&lt;SmartSettings&gt;&lt;SmartResize anchorLeft=&quot;Absolute&quot; anchorTop=&quot;Absolute&quot; anchorRight=&quot;None&quot; anchorBottom=&quot;None&quot; /&gt;&lt;/SmartSettings&gt;"/>
              <p:cNvSpPr>
                <a:spLocks noChangeAspect="1" noEditPoints="1"/>
              </p:cNvSpPr>
              <p:nvPr>
                <p:custDataLst>
                  <p:tags r:id="rId10"/>
                </p:custDataLst>
              </p:nvPr>
            </p:nvSpPr>
            <p:spPr bwMode="auto">
              <a:xfrm>
                <a:off x="961811" y="1437706"/>
                <a:ext cx="95516" cy="110078"/>
              </a:xfrm>
              <a:custGeom>
                <a:avLst/>
                <a:gdLst>
                  <a:gd name="T0" fmla="*/ 441 w 441"/>
                  <a:gd name="T1" fmla="*/ 7 h 474"/>
                  <a:gd name="T2" fmla="*/ 441 w 441"/>
                  <a:gd name="T3" fmla="*/ 144 h 474"/>
                  <a:gd name="T4" fmla="*/ 296 w 441"/>
                  <a:gd name="T5" fmla="*/ 144 h 474"/>
                  <a:gd name="T6" fmla="*/ 438 w 441"/>
                  <a:gd name="T7" fmla="*/ 309 h 474"/>
                  <a:gd name="T8" fmla="*/ 166 w 441"/>
                  <a:gd name="T9" fmla="*/ 434 h 474"/>
                  <a:gd name="T10" fmla="*/ 41 w 441"/>
                  <a:gd name="T11" fmla="*/ 162 h 474"/>
                  <a:gd name="T12" fmla="*/ 313 w 441"/>
                  <a:gd name="T13" fmla="*/ 37 h 474"/>
                  <a:gd name="T14" fmla="*/ 428 w 441"/>
                  <a:gd name="T15" fmla="*/ 139 h 4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1" h="474">
                    <a:moveTo>
                      <a:pt x="441" y="7"/>
                    </a:moveTo>
                    <a:lnTo>
                      <a:pt x="441" y="144"/>
                    </a:lnTo>
                    <a:lnTo>
                      <a:pt x="296" y="144"/>
                    </a:lnTo>
                    <a:moveTo>
                      <a:pt x="438" y="309"/>
                    </a:moveTo>
                    <a:cubicBezTo>
                      <a:pt x="397" y="418"/>
                      <a:pt x="276" y="474"/>
                      <a:pt x="166" y="434"/>
                    </a:cubicBezTo>
                    <a:cubicBezTo>
                      <a:pt x="56" y="393"/>
                      <a:pt x="0" y="271"/>
                      <a:pt x="41" y="162"/>
                    </a:cubicBezTo>
                    <a:cubicBezTo>
                      <a:pt x="82" y="52"/>
                      <a:pt x="202" y="0"/>
                      <a:pt x="313" y="37"/>
                    </a:cubicBezTo>
                    <a:cubicBezTo>
                      <a:pt x="357" y="51"/>
                      <a:pt x="398" y="91"/>
                      <a:pt x="428" y="139"/>
                    </a:cubicBezTo>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grpSp>
      </p:grpSp>
      <p:grpSp>
        <p:nvGrpSpPr>
          <p:cNvPr id="64" name="Jumbotron Example"/>
          <p:cNvGrpSpPr/>
          <p:nvPr/>
        </p:nvGrpSpPr>
        <p:grpSpPr>
          <a:xfrm>
            <a:off x="1406034" y="557034"/>
            <a:ext cx="9239256" cy="6130793"/>
            <a:chOff x="1476372" y="363604"/>
            <a:chExt cx="9239256" cy="6130793"/>
          </a:xfrm>
        </p:grpSpPr>
        <p:sp>
          <p:nvSpPr>
            <p:cNvPr id="65" name="Navbar Shape"/>
            <p:cNvSpPr/>
            <p:nvPr/>
          </p:nvSpPr>
          <p:spPr>
            <a:xfrm>
              <a:off x="1476372" y="363604"/>
              <a:ext cx="9239256" cy="495300"/>
            </a:xfrm>
            <a:prstGeom prst="roundRect">
              <a:avLst>
                <a:gd name="adj" fmla="val 0"/>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28016" tIns="45720" rIns="128016"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400" dirty="0" err="1" smtClean="0">
                  <a:solidFill>
                    <a:srgbClr val="5F5F5F"/>
                  </a:solidFill>
                  <a:latin typeface="Segoe UI" panose="020B0502040204020203" pitchFamily="34" charset="0"/>
                  <a:cs typeface="Segoe UI" panose="020B0502040204020203" pitchFamily="34" charset="0"/>
                </a:rPr>
                <a:t>Kurv</a:t>
              </a:r>
              <a:r>
                <a:rPr lang="en-US" sz="1400" dirty="0" smtClean="0">
                  <a:solidFill>
                    <a:srgbClr val="5F5F5F"/>
                  </a:solidFill>
                  <a:latin typeface="Segoe UI" panose="020B0502040204020203" pitchFamily="34" charset="0"/>
                  <a:cs typeface="Segoe UI" panose="020B0502040204020203" pitchFamily="34" charset="0"/>
                </a:rPr>
                <a:t> </a:t>
              </a:r>
              <a:r>
                <a:rPr lang="en-US" sz="1400" dirty="0" err="1" smtClean="0">
                  <a:solidFill>
                    <a:srgbClr val="5F5F5F"/>
                  </a:solidFill>
                  <a:latin typeface="Segoe UI" panose="020B0502040204020203" pitchFamily="34" charset="0"/>
                  <a:cs typeface="Segoe UI" panose="020B0502040204020203" pitchFamily="34" charset="0"/>
                </a:rPr>
                <a:t>Eksempel</a:t>
              </a:r>
              <a:endParaRPr lang="en-US" sz="1400" dirty="0" smtClean="0">
                <a:solidFill>
                  <a:srgbClr val="5F5F5F"/>
                </a:solidFill>
                <a:latin typeface="Segoe UI" panose="020B0502040204020203" pitchFamily="34" charset="0"/>
                <a:cs typeface="Segoe UI" panose="020B0502040204020203" pitchFamily="34" charset="0"/>
              </a:endParaRPr>
            </a:p>
          </p:txBody>
        </p:sp>
        <p:sp>
          <p:nvSpPr>
            <p:cNvPr id="67" name="Button"/>
            <p:cNvSpPr/>
            <p:nvPr/>
          </p:nvSpPr>
          <p:spPr>
            <a:xfrm>
              <a:off x="9965402" y="455985"/>
              <a:ext cx="648588" cy="310539"/>
            </a:xfrm>
            <a:prstGeom prst="roundRect">
              <a:avLst>
                <a:gd name="adj" fmla="val 11182"/>
              </a:avLst>
            </a:prstGeom>
            <a:solidFill>
              <a:schemeClr val="accent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64008" rIns="91440"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dirty="0" smtClean="0">
                  <a:solidFill>
                    <a:srgbClr val="5F5F5F"/>
                  </a:solidFill>
                  <a:latin typeface="Segoe UI" panose="020B0502040204020203" pitchFamily="34" charset="0"/>
                  <a:cs typeface="Segoe UI" panose="020B0502040204020203" pitchFamily="34" charset="0"/>
                </a:rPr>
                <a:t>Log </a:t>
              </a:r>
              <a:r>
                <a:rPr lang="en-US" sz="1050" dirty="0" err="1" smtClean="0">
                  <a:solidFill>
                    <a:srgbClr val="5F5F5F"/>
                  </a:solidFill>
                  <a:latin typeface="Segoe UI" panose="020B0502040204020203" pitchFamily="34" charset="0"/>
                  <a:cs typeface="Segoe UI" panose="020B0502040204020203" pitchFamily="34" charset="0"/>
                </a:rPr>
                <a:t>ind</a:t>
              </a:r>
              <a:endParaRPr lang="en-US" sz="1050" dirty="0" smtClean="0">
                <a:solidFill>
                  <a:srgbClr val="5F5F5F"/>
                </a:solidFill>
                <a:latin typeface="Segoe UI" panose="020B0502040204020203" pitchFamily="34" charset="0"/>
                <a:cs typeface="Segoe UI" panose="020B0502040204020203" pitchFamily="34" charset="0"/>
              </a:endParaRPr>
            </a:p>
          </p:txBody>
        </p:sp>
        <p:cxnSp>
          <p:nvCxnSpPr>
            <p:cNvPr id="79" name="Line"/>
            <p:cNvCxnSpPr/>
            <p:nvPr/>
          </p:nvCxnSpPr>
          <p:spPr>
            <a:xfrm>
              <a:off x="1476372" y="858904"/>
              <a:ext cx="9239256" cy="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grpSp>
          <p:nvGrpSpPr>
            <p:cNvPr id="80" name="Footer"/>
            <p:cNvGrpSpPr/>
            <p:nvPr/>
          </p:nvGrpSpPr>
          <p:grpSpPr>
            <a:xfrm>
              <a:off x="1476372" y="6239350"/>
              <a:ext cx="9239256" cy="255047"/>
              <a:chOff x="1476372" y="6239350"/>
              <a:chExt cx="9239256" cy="255047"/>
            </a:xfrm>
          </p:grpSpPr>
          <p:cxnSp>
            <p:nvCxnSpPr>
              <p:cNvPr id="81" name="Line"/>
              <p:cNvCxnSpPr/>
              <p:nvPr/>
            </p:nvCxnSpPr>
            <p:spPr>
              <a:xfrm>
                <a:off x="1476372" y="6239350"/>
                <a:ext cx="9239256" cy="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82" name="Copyright"/>
              <p:cNvSpPr txBox="1"/>
              <p:nvPr/>
            </p:nvSpPr>
            <p:spPr>
              <a:xfrm>
                <a:off x="1624987" y="6292419"/>
                <a:ext cx="724557" cy="201978"/>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r>
                  <a:rPr lang="en-US" sz="1050" noProof="1">
                    <a:solidFill>
                      <a:srgbClr val="5F5F5F"/>
                    </a:solidFill>
                    <a:latin typeface="Segoe UI" panose="020B0502040204020203" pitchFamily="34" charset="0"/>
                    <a:cs typeface="Segoe UI" panose="020B0502040204020203" pitchFamily="34" charset="0"/>
                  </a:rPr>
                  <a:t>© Company</a:t>
                </a:r>
                <a:endParaRPr lang="en-US" sz="1050" noProof="1" smtClean="0">
                  <a:solidFill>
                    <a:srgbClr val="5F5F5F"/>
                  </a:solidFill>
                  <a:latin typeface="Segoe UI" panose="020B0502040204020203" pitchFamily="34" charset="0"/>
                  <a:cs typeface="Segoe UI" panose="020B0502040204020203" pitchFamily="34" charset="0"/>
                </a:endParaRPr>
              </a:p>
            </p:txBody>
          </p:sp>
        </p:grpSp>
      </p:grpSp>
      <p:sp>
        <p:nvSpPr>
          <p:cNvPr id="86" name="Breadcrumbs"/>
          <p:cNvSpPr/>
          <p:nvPr/>
        </p:nvSpPr>
        <p:spPr>
          <a:xfrm>
            <a:off x="1406034" y="1084766"/>
            <a:ext cx="9239256" cy="362652"/>
          </a:xfrm>
          <a:prstGeom prst="roundRect">
            <a:avLst>
              <a:gd name="adj" fmla="val 10538"/>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0584" tIns="82296" rIns="100584" bIns="82296"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50" dirty="0" err="1" smtClean="0">
                <a:solidFill>
                  <a:srgbClr val="5B9BD5"/>
                </a:solidFill>
                <a:latin typeface="Segoe UI" panose="020B0502040204020203" pitchFamily="34" charset="0"/>
                <a:cs typeface="Segoe UI" panose="020B0502040204020203" pitchFamily="34" charset="0"/>
              </a:rPr>
              <a:t>Forside</a:t>
            </a:r>
            <a:r>
              <a:rPr lang="en-US" sz="1050" dirty="0" smtClean="0">
                <a:solidFill>
                  <a:srgbClr val="5F5F5F"/>
                </a:solidFill>
                <a:latin typeface="Segoe UI" panose="020B0502040204020203" pitchFamily="34" charset="0"/>
                <a:cs typeface="Segoe UI" panose="020B0502040204020203" pitchFamily="34" charset="0"/>
              </a:rPr>
              <a:t>  /  </a:t>
            </a:r>
            <a:r>
              <a:rPr lang="en-US" sz="1050" dirty="0" err="1" smtClean="0">
                <a:solidFill>
                  <a:srgbClr val="5B9BD5"/>
                </a:solidFill>
                <a:latin typeface="Segoe UI" panose="020B0502040204020203" pitchFamily="34" charset="0"/>
                <a:cs typeface="Segoe UI" panose="020B0502040204020203" pitchFamily="34" charset="0"/>
              </a:rPr>
              <a:t>Kategorier</a:t>
            </a:r>
            <a:r>
              <a:rPr lang="en-US" sz="1050" dirty="0" smtClean="0">
                <a:solidFill>
                  <a:srgbClr val="5F5F5F"/>
                </a:solidFill>
                <a:latin typeface="Segoe UI" panose="020B0502040204020203" pitchFamily="34" charset="0"/>
                <a:cs typeface="Segoe UI" panose="020B0502040204020203" pitchFamily="34" charset="0"/>
              </a:rPr>
              <a:t>  /  </a:t>
            </a:r>
            <a:r>
              <a:rPr lang="en-US" sz="1050" dirty="0" err="1" smtClean="0">
                <a:solidFill>
                  <a:schemeClr val="accent1"/>
                </a:solidFill>
                <a:latin typeface="Segoe UI" panose="020B0502040204020203" pitchFamily="34" charset="0"/>
                <a:cs typeface="Segoe UI" panose="020B0502040204020203" pitchFamily="34" charset="0"/>
              </a:rPr>
              <a:t>Kurv</a:t>
            </a:r>
            <a:endParaRPr lang="en-US" sz="1050" dirty="0" smtClean="0">
              <a:solidFill>
                <a:schemeClr val="accent1"/>
              </a:solidFill>
              <a:latin typeface="Segoe UI" panose="020B0502040204020203" pitchFamily="34" charset="0"/>
              <a:cs typeface="Segoe UI" panose="020B0502040204020203" pitchFamily="34" charset="0"/>
            </a:endParaRPr>
          </a:p>
        </p:txBody>
      </p:sp>
      <p:grpSp>
        <p:nvGrpSpPr>
          <p:cNvPr id="96" name="Blockquote"/>
          <p:cNvGrpSpPr/>
          <p:nvPr/>
        </p:nvGrpSpPr>
        <p:grpSpPr>
          <a:xfrm>
            <a:off x="1442476" y="1632357"/>
            <a:ext cx="545165" cy="700088"/>
            <a:chOff x="1071562" y="3898106"/>
            <a:chExt cx="545165" cy="700088"/>
          </a:xfrm>
        </p:grpSpPr>
        <p:sp>
          <p:nvSpPr>
            <p:cNvPr id="97" name="Text"/>
            <p:cNvSpPr txBox="1"/>
            <p:nvPr/>
          </p:nvSpPr>
          <p:spPr>
            <a:xfrm>
              <a:off x="1263810" y="4136692"/>
              <a:ext cx="352917" cy="225318"/>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r>
                <a:rPr lang="en-US" sz="1300" noProof="1" smtClean="0">
                  <a:solidFill>
                    <a:srgbClr val="5F5F5F"/>
                  </a:solidFill>
                  <a:latin typeface="Segoe UI Semibold" panose="020B0702040204020203" pitchFamily="34" charset="0"/>
                  <a:cs typeface="Segoe UI Semibold" panose="020B0702040204020203" pitchFamily="34" charset="0"/>
                </a:rPr>
                <a:t>Kurv</a:t>
              </a:r>
            </a:p>
          </p:txBody>
        </p:sp>
        <p:cxnSp>
          <p:nvCxnSpPr>
            <p:cNvPr id="98" name="Line"/>
            <p:cNvCxnSpPr/>
            <p:nvPr/>
          </p:nvCxnSpPr>
          <p:spPr>
            <a:xfrm flipV="1">
              <a:off x="1071562" y="3898106"/>
              <a:ext cx="0" cy="700088"/>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grpSp>
      <p:graphicFrame>
        <p:nvGraphicFramePr>
          <p:cNvPr id="100" name="Tabel 99"/>
          <p:cNvGraphicFramePr>
            <a:graphicFrameLocks noGrp="1"/>
          </p:cNvGraphicFramePr>
          <p:nvPr>
            <p:extLst>
              <p:ext uri="{D42A27DB-BD31-4B8C-83A1-F6EECF244321}">
                <p14:modId xmlns:p14="http://schemas.microsoft.com/office/powerpoint/2010/main" val="2494193796"/>
              </p:ext>
            </p:extLst>
          </p:nvPr>
        </p:nvGraphicFramePr>
        <p:xfrm>
          <a:off x="1961662" y="2713308"/>
          <a:ext cx="8128000" cy="11125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627216835"/>
                    </a:ext>
                  </a:extLst>
                </a:gridCol>
                <a:gridCol w="4064000">
                  <a:extLst>
                    <a:ext uri="{9D8B030D-6E8A-4147-A177-3AD203B41FA5}">
                      <a16:colId xmlns:a16="http://schemas.microsoft.com/office/drawing/2014/main" val="173625972"/>
                    </a:ext>
                  </a:extLst>
                </a:gridCol>
              </a:tblGrid>
              <a:tr h="370840">
                <a:tc>
                  <a:txBody>
                    <a:bodyPr/>
                    <a:lstStyle/>
                    <a:p>
                      <a:r>
                        <a:rPr lang="da-DK" b="0" dirty="0" smtClean="0">
                          <a:solidFill>
                            <a:schemeClr val="tx1"/>
                          </a:solidFill>
                        </a:rPr>
                        <a:t>Produkt 1</a:t>
                      </a:r>
                      <a:endParaRPr lang="da-DK" b="0" dirty="0">
                        <a:solidFill>
                          <a:schemeClr val="tx1"/>
                        </a:solidFill>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r>
                        <a:rPr lang="da-DK" b="0" dirty="0" smtClean="0">
                          <a:solidFill>
                            <a:schemeClr val="tx1"/>
                          </a:solidFill>
                        </a:rPr>
                        <a:t>Beskrivende</a:t>
                      </a:r>
                      <a:r>
                        <a:rPr lang="da-DK" b="0" baseline="0" dirty="0" smtClean="0">
                          <a:solidFill>
                            <a:schemeClr val="tx1"/>
                          </a:solidFill>
                        </a:rPr>
                        <a:t> Tekst om produkt</a:t>
                      </a:r>
                      <a:endParaRPr lang="da-DK" b="0" dirty="0">
                        <a:solidFill>
                          <a:schemeClr val="tx1"/>
                        </a:solidFill>
                      </a:endParaRPr>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53711369"/>
                  </a:ext>
                </a:extLst>
              </a:tr>
              <a:tr h="370840">
                <a:tc>
                  <a:txBody>
                    <a:bodyPr/>
                    <a:lstStyle/>
                    <a:p>
                      <a:r>
                        <a:rPr lang="da-DK" dirty="0" smtClean="0"/>
                        <a:t>Produkt 3</a:t>
                      </a:r>
                      <a:endParaRPr lang="da-DK"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a-DK" b="0" dirty="0" smtClean="0">
                          <a:solidFill>
                            <a:schemeClr val="tx1"/>
                          </a:solidFill>
                        </a:rPr>
                        <a:t>Beskrivende</a:t>
                      </a:r>
                      <a:r>
                        <a:rPr lang="da-DK" b="0" baseline="0" dirty="0" smtClean="0">
                          <a:solidFill>
                            <a:schemeClr val="tx1"/>
                          </a:solidFill>
                        </a:rPr>
                        <a:t> Tekst om produkt</a:t>
                      </a:r>
                      <a:endParaRPr lang="da-DK"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98917304"/>
                  </a:ext>
                </a:extLst>
              </a:tr>
              <a:tr h="370840">
                <a:tc>
                  <a:txBody>
                    <a:bodyPr/>
                    <a:lstStyle/>
                    <a:p>
                      <a:r>
                        <a:rPr lang="da-DK" dirty="0" smtClean="0"/>
                        <a:t>Produkt</a:t>
                      </a:r>
                      <a:r>
                        <a:rPr lang="da-DK" baseline="0" dirty="0" smtClean="0"/>
                        <a:t> 6</a:t>
                      </a:r>
                      <a:endParaRPr lang="da-DK"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da-DK" b="0" dirty="0" smtClean="0">
                          <a:solidFill>
                            <a:schemeClr val="tx1"/>
                          </a:solidFill>
                        </a:rPr>
                        <a:t>Beskrivende</a:t>
                      </a:r>
                      <a:r>
                        <a:rPr lang="da-DK" b="0" baseline="0" dirty="0" smtClean="0">
                          <a:solidFill>
                            <a:schemeClr val="tx1"/>
                          </a:solidFill>
                        </a:rPr>
                        <a:t> Tekst om produkt</a:t>
                      </a:r>
                      <a:endParaRPr lang="da-DK"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5534987"/>
                  </a:ext>
                </a:extLst>
              </a:tr>
            </a:tbl>
          </a:graphicData>
        </a:graphic>
      </p:graphicFrame>
      <p:sp>
        <p:nvSpPr>
          <p:cNvPr id="36" name="Button"/>
          <p:cNvSpPr>
            <a:spLocks/>
          </p:cNvSpPr>
          <p:nvPr/>
        </p:nvSpPr>
        <p:spPr bwMode="auto">
          <a:xfrm>
            <a:off x="8962972" y="4237416"/>
            <a:ext cx="1112202" cy="290393"/>
          </a:xfrm>
          <a:prstGeom prst="roundRect">
            <a:avLst>
              <a:gd name="adj" fmla="val 8776"/>
            </a:avLst>
          </a:prstGeom>
          <a:solidFill>
            <a:schemeClr val="accent1"/>
          </a:solidFill>
          <a:ln w="6350" cap="flat" cmpd="sng" algn="ctr">
            <a:solidFill>
              <a:srgbClr val="808080"/>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200" dirty="0" err="1" smtClean="0">
                <a:solidFill>
                  <a:srgbClr val="5F5F5F"/>
                </a:solidFill>
                <a:cs typeface="Segoe UI" panose="020B0502040204020203" pitchFamily="34" charset="0"/>
              </a:rPr>
              <a:t>Gå</a:t>
            </a:r>
            <a:r>
              <a:rPr lang="en-US" sz="1200" dirty="0" smtClean="0">
                <a:solidFill>
                  <a:srgbClr val="5F5F5F"/>
                </a:solidFill>
                <a:cs typeface="Segoe UI" panose="020B0502040204020203" pitchFamily="34" charset="0"/>
              </a:rPr>
              <a:t> </a:t>
            </a:r>
            <a:r>
              <a:rPr lang="en-US" sz="1200" dirty="0" err="1" smtClean="0">
                <a:solidFill>
                  <a:srgbClr val="5F5F5F"/>
                </a:solidFill>
                <a:cs typeface="Segoe UI" panose="020B0502040204020203" pitchFamily="34" charset="0"/>
              </a:rPr>
              <a:t>til</a:t>
            </a:r>
            <a:r>
              <a:rPr lang="en-US" sz="1200" dirty="0" smtClean="0">
                <a:solidFill>
                  <a:srgbClr val="5F5F5F"/>
                </a:solidFill>
                <a:cs typeface="Segoe UI" panose="020B0502040204020203" pitchFamily="34" charset="0"/>
              </a:rPr>
              <a:t> </a:t>
            </a:r>
            <a:r>
              <a:rPr lang="en-US" sz="1200" dirty="0" err="1" smtClean="0">
                <a:solidFill>
                  <a:srgbClr val="5F5F5F"/>
                </a:solidFill>
                <a:cs typeface="Segoe UI" panose="020B0502040204020203" pitchFamily="34" charset="0"/>
              </a:rPr>
              <a:t>betaling</a:t>
            </a:r>
            <a:endParaRPr lang="en-US" sz="1200" dirty="0" smtClean="0">
              <a:solidFill>
                <a:srgbClr val="5F5F5F"/>
              </a:solidFill>
              <a:cs typeface="Segoe UI" panose="020B0502040204020203" pitchFamily="34" charset="0"/>
            </a:endParaRPr>
          </a:p>
        </p:txBody>
      </p:sp>
    </p:spTree>
    <p:extLst>
      <p:ext uri="{BB962C8B-B14F-4D97-AF65-F5344CB8AC3E}">
        <p14:creationId xmlns:p14="http://schemas.microsoft.com/office/powerpoint/2010/main" val="30031456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Browser" descr="&lt;SmartSettings&gt;&lt;SmartResize enabled=&quot;True&quot; minWidth=&quot;140&quot; minHeight=&quot;50&quot; /&gt;&lt;/SmartSettings&gt;"/>
          <p:cNvGrpSpPr/>
          <p:nvPr>
            <p:custDataLst>
              <p:tags r:id="rId1"/>
            </p:custDataLst>
          </p:nvPr>
        </p:nvGrpSpPr>
        <p:grpSpPr>
          <a:xfrm>
            <a:off x="522661" y="0"/>
            <a:ext cx="11083185" cy="6842054"/>
            <a:chOff x="595685" y="1261242"/>
            <a:chExt cx="6668462" cy="4352545"/>
          </a:xfrm>
        </p:grpSpPr>
        <p:sp>
          <p:nvSpPr>
            <p:cNvPr id="54" name="Window Body" descr="&lt;SmartSettings&gt;&lt;SmartResize anchorLeft=&quot;Absolute&quot; anchorTop=&quot;Absolute&quot; anchorRight=&quot;Absolute&quot; anchorBottom=&quot;Absolute&quot; /&gt;&lt;/SmartSettings&gt;"/>
            <p:cNvSpPr/>
            <p:nvPr>
              <p:custDataLst>
                <p:tags r:id="rId2"/>
              </p:custDataLst>
            </p:nvPr>
          </p:nvSpPr>
          <p:spPr>
            <a:xfrm>
              <a:off x="595685" y="1601571"/>
              <a:ext cx="6668462" cy="4012216"/>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dirty="0">
                <a:solidFill>
                  <a:srgbClr val="5F5F5F"/>
                </a:solidFill>
                <a:latin typeface="Segoe UI" panose="020B0502040204020203" pitchFamily="34" charset="0"/>
                <a:cs typeface="Segoe UI" panose="020B0502040204020203" pitchFamily="34" charset="0"/>
              </a:endParaRPr>
            </a:p>
          </p:txBody>
        </p:sp>
        <p:sp>
          <p:nvSpPr>
            <p:cNvPr id="55" name="Title Bar" descr="&lt;SmartSettings&gt;&lt;SmartResize anchorLeft=&quot;Absolute&quot; anchorTop=&quot;Absolute&quot; anchorRight=&quot;Absolute&quot; anchorBottom=&quot;None&quot; /&gt;&lt;/SmartSettings&gt;"/>
            <p:cNvSpPr/>
            <p:nvPr>
              <p:custDataLst>
                <p:tags r:id="rId3"/>
              </p:custDataLst>
            </p:nvPr>
          </p:nvSpPr>
          <p:spPr>
            <a:xfrm>
              <a:off x="595685" y="1261242"/>
              <a:ext cx="6668461" cy="341660"/>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22860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900" dirty="0" smtClean="0">
                  <a:solidFill>
                    <a:srgbClr val="5F5F5F"/>
                  </a:solidFill>
                  <a:latin typeface="Segoe UI" panose="020B0502040204020203" pitchFamily="34" charset="0"/>
                  <a:cs typeface="Segoe UI" panose="020B0502040204020203" pitchFamily="34" charset="0"/>
                </a:rPr>
                <a:t>Browser</a:t>
              </a:r>
              <a:endParaRPr lang="en-US" sz="900" dirty="0">
                <a:solidFill>
                  <a:srgbClr val="5F5F5F"/>
                </a:solidFill>
                <a:latin typeface="Segoe UI" panose="020B0502040204020203" pitchFamily="34" charset="0"/>
                <a:cs typeface="Segoe UI" panose="020B0502040204020203" pitchFamily="34" charset="0"/>
              </a:endParaRPr>
            </a:p>
          </p:txBody>
        </p:sp>
        <p:sp>
          <p:nvSpPr>
            <p:cNvPr id="56" name="Menu Button" descr="&lt;SmartSettings&gt;&lt;SmartResize anchorLeft=&quot;None&quot; anchorTop=&quot;Absolute&quot; anchorRight=&quot;Absolute&quot; anchorBottom=&quot;None&quot; /&gt;&lt;/SmartSettings&gt;"/>
            <p:cNvSpPr>
              <a:spLocks noChangeAspect="1" noEditPoints="1"/>
            </p:cNvSpPr>
            <p:nvPr>
              <p:custDataLst>
                <p:tags r:id="rId4"/>
              </p:custDataLst>
            </p:nvPr>
          </p:nvSpPr>
          <p:spPr bwMode="auto">
            <a:xfrm>
              <a:off x="7121019" y="1456895"/>
              <a:ext cx="89785" cy="71702"/>
            </a:xfrm>
            <a:custGeom>
              <a:avLst/>
              <a:gdLst>
                <a:gd name="T0" fmla="*/ 0 w 415"/>
                <a:gd name="T1" fmla="*/ 309 h 309"/>
                <a:gd name="T2" fmla="*/ 415 w 415"/>
                <a:gd name="T3" fmla="*/ 309 h 309"/>
                <a:gd name="T4" fmla="*/ 0 w 415"/>
                <a:gd name="T5" fmla="*/ 155 h 309"/>
                <a:gd name="T6" fmla="*/ 415 w 415"/>
                <a:gd name="T7" fmla="*/ 155 h 309"/>
                <a:gd name="T8" fmla="*/ 0 w 415"/>
                <a:gd name="T9" fmla="*/ 0 h 309"/>
                <a:gd name="T10" fmla="*/ 415 w 415"/>
                <a:gd name="T11" fmla="*/ 0 h 309"/>
              </a:gdLst>
              <a:ahLst/>
              <a:cxnLst>
                <a:cxn ang="0">
                  <a:pos x="T0" y="T1"/>
                </a:cxn>
                <a:cxn ang="0">
                  <a:pos x="T2" y="T3"/>
                </a:cxn>
                <a:cxn ang="0">
                  <a:pos x="T4" y="T5"/>
                </a:cxn>
                <a:cxn ang="0">
                  <a:pos x="T6" y="T7"/>
                </a:cxn>
                <a:cxn ang="0">
                  <a:pos x="T8" y="T9"/>
                </a:cxn>
                <a:cxn ang="0">
                  <a:pos x="T10" y="T11"/>
                </a:cxn>
              </a:cxnLst>
              <a:rect l="0" t="0" r="r" b="b"/>
              <a:pathLst>
                <a:path w="415" h="309">
                  <a:moveTo>
                    <a:pt x="0" y="309"/>
                  </a:moveTo>
                  <a:lnTo>
                    <a:pt x="415" y="309"/>
                  </a:lnTo>
                  <a:moveTo>
                    <a:pt x="0" y="155"/>
                  </a:moveTo>
                  <a:lnTo>
                    <a:pt x="415" y="155"/>
                  </a:lnTo>
                  <a:moveTo>
                    <a:pt x="0" y="0"/>
                  </a:moveTo>
                  <a:lnTo>
                    <a:pt x="415" y="0"/>
                  </a:lnTo>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57" name="Close Button" descr="&lt;SmartSettings&gt;&lt;SmartResize anchorLeft=&quot;None&quot; anchorTop=&quot;Absolute&quot; anchorRight=&quot;Absolute&quot; anchorBottom=&quot;None&quot; /&gt;&lt;/SmartSettings&gt;"/>
            <p:cNvSpPr>
              <a:spLocks noEditPoints="1"/>
            </p:cNvSpPr>
            <p:nvPr>
              <p:custDataLst>
                <p:tags r:id="rId5"/>
              </p:custDataLst>
            </p:nvPr>
          </p:nvSpPr>
          <p:spPr bwMode="auto">
            <a:xfrm>
              <a:off x="7137262" y="1306565"/>
              <a:ext cx="59220" cy="60593"/>
            </a:xfrm>
            <a:custGeom>
              <a:avLst/>
              <a:gdLst>
                <a:gd name="T0" fmla="*/ 254 w 254"/>
                <a:gd name="T1" fmla="*/ 0 h 254"/>
                <a:gd name="T2" fmla="*/ 0 w 254"/>
                <a:gd name="T3" fmla="*/ 254 h 254"/>
                <a:gd name="T4" fmla="*/ 0 w 254"/>
                <a:gd name="T5" fmla="*/ 0 h 254"/>
                <a:gd name="T6" fmla="*/ 254 w 254"/>
                <a:gd name="T7" fmla="*/ 254 h 254"/>
              </a:gdLst>
              <a:ahLst/>
              <a:cxnLst>
                <a:cxn ang="0">
                  <a:pos x="T0" y="T1"/>
                </a:cxn>
                <a:cxn ang="0">
                  <a:pos x="T2" y="T3"/>
                </a:cxn>
                <a:cxn ang="0">
                  <a:pos x="T4" y="T5"/>
                </a:cxn>
                <a:cxn ang="0">
                  <a:pos x="T6" y="T7"/>
                </a:cxn>
              </a:cxnLst>
              <a:rect l="0" t="0" r="r" b="b"/>
              <a:pathLst>
                <a:path w="254" h="254">
                  <a:moveTo>
                    <a:pt x="254" y="0"/>
                  </a:moveTo>
                  <a:lnTo>
                    <a:pt x="0" y="254"/>
                  </a:lnTo>
                  <a:moveTo>
                    <a:pt x="0" y="0"/>
                  </a:moveTo>
                  <a:lnTo>
                    <a:pt x="254" y="254"/>
                  </a:lnTo>
                </a:path>
              </a:pathLst>
            </a:custGeom>
            <a:noFill/>
            <a:ln w="9525"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58" name="Address Box" descr="&lt;SmartSettings&gt;&lt;SmartResize anchorLeft=&quot;Absolute&quot; anchorTop=&quot;Absolute&quot; anchorRight=&quot;Absolute&quot; anchorBottom=&quot;None&quot; /&gt;&lt;/SmartSettings&gt;"/>
            <p:cNvSpPr/>
            <p:nvPr>
              <p:custDataLst>
                <p:tags r:id="rId6"/>
              </p:custDataLst>
            </p:nvPr>
          </p:nvSpPr>
          <p:spPr>
            <a:xfrm>
              <a:off x="1138944" y="1417126"/>
              <a:ext cx="5928731" cy="151240"/>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237744"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900" noProof="1" smtClean="0">
                  <a:solidFill>
                    <a:srgbClr val="5F5F5F"/>
                  </a:solidFill>
                  <a:latin typeface="Segoe UI" panose="020B0502040204020203" pitchFamily="34" charset="0"/>
                  <a:cs typeface="Segoe UI" panose="020B0502040204020203" pitchFamily="34" charset="0"/>
                </a:rPr>
                <a:t>www.Webshop.com</a:t>
              </a:r>
              <a:endParaRPr lang="en-US" sz="900" noProof="1">
                <a:solidFill>
                  <a:srgbClr val="5F5F5F"/>
                </a:solidFill>
                <a:latin typeface="Segoe UI" panose="020B0502040204020203" pitchFamily="34" charset="0"/>
                <a:cs typeface="Segoe UI" panose="020B0502040204020203" pitchFamily="34" charset="0"/>
              </a:endParaRPr>
            </a:p>
          </p:txBody>
        </p:sp>
        <p:sp>
          <p:nvSpPr>
            <p:cNvPr id="59" name="Document Icon" descr="&lt;SmartSettings&gt;&lt;SmartResize anchorLeft=&quot;Absolute&quot; anchorTop=&quot;Absolute&quot; anchorRight=&quot;None&quot; anchorBottom=&quot;None&quot; /&gt;&lt;/SmartSettings&gt;"/>
            <p:cNvSpPr>
              <a:spLocks noChangeAspect="1" noEditPoints="1"/>
            </p:cNvSpPr>
            <p:nvPr>
              <p:custDataLst>
                <p:tags r:id="rId7"/>
              </p:custDataLst>
            </p:nvPr>
          </p:nvSpPr>
          <p:spPr bwMode="auto">
            <a:xfrm>
              <a:off x="1184747" y="1450331"/>
              <a:ext cx="56355" cy="84830"/>
            </a:xfrm>
            <a:custGeom>
              <a:avLst/>
              <a:gdLst>
                <a:gd name="T0" fmla="*/ 153 w 260"/>
                <a:gd name="T1" fmla="*/ 7 h 367"/>
                <a:gd name="T2" fmla="*/ 153 w 260"/>
                <a:gd name="T3" fmla="*/ 108 h 367"/>
                <a:gd name="T4" fmla="*/ 253 w 260"/>
                <a:gd name="T5" fmla="*/ 108 h 367"/>
                <a:gd name="T6" fmla="*/ 0 w 260"/>
                <a:gd name="T7" fmla="*/ 0 h 367"/>
                <a:gd name="T8" fmla="*/ 0 w 260"/>
                <a:gd name="T9" fmla="*/ 367 h 367"/>
                <a:gd name="T10" fmla="*/ 260 w 260"/>
                <a:gd name="T11" fmla="*/ 367 h 367"/>
                <a:gd name="T12" fmla="*/ 260 w 260"/>
                <a:gd name="T13" fmla="*/ 100 h 367"/>
                <a:gd name="T14" fmla="*/ 161 w 260"/>
                <a:gd name="T15" fmla="*/ 1 h 367"/>
                <a:gd name="T16" fmla="*/ 0 w 260"/>
                <a:gd name="T17" fmla="*/ 0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 h="367">
                  <a:moveTo>
                    <a:pt x="153" y="7"/>
                  </a:moveTo>
                  <a:lnTo>
                    <a:pt x="153" y="108"/>
                  </a:lnTo>
                  <a:lnTo>
                    <a:pt x="253" y="108"/>
                  </a:lnTo>
                  <a:moveTo>
                    <a:pt x="0" y="0"/>
                  </a:moveTo>
                  <a:lnTo>
                    <a:pt x="0" y="367"/>
                  </a:lnTo>
                  <a:lnTo>
                    <a:pt x="260" y="367"/>
                  </a:lnTo>
                  <a:lnTo>
                    <a:pt x="260" y="100"/>
                  </a:lnTo>
                  <a:lnTo>
                    <a:pt x="161" y="1"/>
                  </a:lnTo>
                  <a:lnTo>
                    <a:pt x="0" y="0"/>
                  </a:lnTo>
                  <a:close/>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grpSp>
          <p:nvGrpSpPr>
            <p:cNvPr id="60" name="Navigation Buttons"/>
            <p:cNvGrpSpPr/>
            <p:nvPr/>
          </p:nvGrpSpPr>
          <p:grpSpPr>
            <a:xfrm>
              <a:off x="671443" y="1437706"/>
              <a:ext cx="385884" cy="110078"/>
              <a:chOff x="671443" y="1437706"/>
              <a:chExt cx="385884" cy="110078"/>
            </a:xfrm>
          </p:grpSpPr>
          <p:sp>
            <p:nvSpPr>
              <p:cNvPr id="61" name="Back Button" descr="&lt;SmartSettings&gt;&lt;SmartResize anchorLeft=&quot;Absolute&quot; anchorTop=&quot;Absolute&quot; anchorRight=&quot;None&quot; anchorBottom=&quot;None&quot; /&gt;&lt;/SmartSettings&gt;"/>
              <p:cNvSpPr>
                <a:spLocks noChangeAspect="1" noEditPoints="1"/>
              </p:cNvSpPr>
              <p:nvPr>
                <p:custDataLst>
                  <p:tags r:id="rId8"/>
                </p:custDataLst>
              </p:nvPr>
            </p:nvSpPr>
            <p:spPr bwMode="auto">
              <a:xfrm>
                <a:off x="671443" y="1454370"/>
                <a:ext cx="91695" cy="76751"/>
              </a:xfrm>
              <a:custGeom>
                <a:avLst/>
                <a:gdLst>
                  <a:gd name="T0" fmla="*/ 159 w 423"/>
                  <a:gd name="T1" fmla="*/ 332 h 332"/>
                  <a:gd name="T2" fmla="*/ 0 w 423"/>
                  <a:gd name="T3" fmla="*/ 166 h 332"/>
                  <a:gd name="T4" fmla="*/ 159 w 423"/>
                  <a:gd name="T5" fmla="*/ 0 h 332"/>
                  <a:gd name="T6" fmla="*/ 15 w 423"/>
                  <a:gd name="T7" fmla="*/ 166 h 332"/>
                  <a:gd name="T8" fmla="*/ 423 w 423"/>
                  <a:gd name="T9" fmla="*/ 166 h 332"/>
                </a:gdLst>
                <a:ahLst/>
                <a:cxnLst>
                  <a:cxn ang="0">
                    <a:pos x="T0" y="T1"/>
                  </a:cxn>
                  <a:cxn ang="0">
                    <a:pos x="T2" y="T3"/>
                  </a:cxn>
                  <a:cxn ang="0">
                    <a:pos x="T4" y="T5"/>
                  </a:cxn>
                  <a:cxn ang="0">
                    <a:pos x="T6" y="T7"/>
                  </a:cxn>
                  <a:cxn ang="0">
                    <a:pos x="T8" y="T9"/>
                  </a:cxn>
                </a:cxnLst>
                <a:rect l="0" t="0" r="r" b="b"/>
                <a:pathLst>
                  <a:path w="423" h="332">
                    <a:moveTo>
                      <a:pt x="159" y="332"/>
                    </a:moveTo>
                    <a:lnTo>
                      <a:pt x="0" y="166"/>
                    </a:lnTo>
                    <a:lnTo>
                      <a:pt x="159" y="0"/>
                    </a:lnTo>
                    <a:moveTo>
                      <a:pt x="15" y="166"/>
                    </a:moveTo>
                    <a:lnTo>
                      <a:pt x="423" y="166"/>
                    </a:lnTo>
                  </a:path>
                </a:pathLst>
              </a:custGeom>
              <a:noFill/>
              <a:ln w="6350" cap="sq">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62" name="Forward Button" descr="&lt;SmartSettings&gt;&lt;SmartResize anchorLeft=&quot;Absolute&quot; anchorTop=&quot;Absolute&quot; anchorRight=&quot;None&quot; anchorBottom=&quot;None&quot; /&gt;&lt;/SmartSettings&gt;"/>
              <p:cNvSpPr>
                <a:spLocks noChangeAspect="1" noEditPoints="1"/>
              </p:cNvSpPr>
              <p:nvPr>
                <p:custDataLst>
                  <p:tags r:id="rId9"/>
                </p:custDataLst>
              </p:nvPr>
            </p:nvSpPr>
            <p:spPr bwMode="auto">
              <a:xfrm>
                <a:off x="816627" y="1454370"/>
                <a:ext cx="91695" cy="76751"/>
              </a:xfrm>
              <a:custGeom>
                <a:avLst/>
                <a:gdLst>
                  <a:gd name="T0" fmla="*/ 265 w 423"/>
                  <a:gd name="T1" fmla="*/ 0 h 332"/>
                  <a:gd name="T2" fmla="*/ 423 w 423"/>
                  <a:gd name="T3" fmla="*/ 166 h 332"/>
                  <a:gd name="T4" fmla="*/ 265 w 423"/>
                  <a:gd name="T5" fmla="*/ 332 h 332"/>
                  <a:gd name="T6" fmla="*/ 408 w 423"/>
                  <a:gd name="T7" fmla="*/ 166 h 332"/>
                  <a:gd name="T8" fmla="*/ 0 w 423"/>
                  <a:gd name="T9" fmla="*/ 166 h 332"/>
                </a:gdLst>
                <a:ahLst/>
                <a:cxnLst>
                  <a:cxn ang="0">
                    <a:pos x="T0" y="T1"/>
                  </a:cxn>
                  <a:cxn ang="0">
                    <a:pos x="T2" y="T3"/>
                  </a:cxn>
                  <a:cxn ang="0">
                    <a:pos x="T4" y="T5"/>
                  </a:cxn>
                  <a:cxn ang="0">
                    <a:pos x="T6" y="T7"/>
                  </a:cxn>
                  <a:cxn ang="0">
                    <a:pos x="T8" y="T9"/>
                  </a:cxn>
                </a:cxnLst>
                <a:rect l="0" t="0" r="r" b="b"/>
                <a:pathLst>
                  <a:path w="423" h="332">
                    <a:moveTo>
                      <a:pt x="265" y="0"/>
                    </a:moveTo>
                    <a:lnTo>
                      <a:pt x="423" y="166"/>
                    </a:lnTo>
                    <a:lnTo>
                      <a:pt x="265" y="332"/>
                    </a:lnTo>
                    <a:moveTo>
                      <a:pt x="408" y="166"/>
                    </a:moveTo>
                    <a:lnTo>
                      <a:pt x="0" y="166"/>
                    </a:lnTo>
                  </a:path>
                </a:pathLst>
              </a:custGeom>
              <a:noFill/>
              <a:ln w="6350" cap="sq">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63" name="Reload Button" descr="&lt;SmartSettings&gt;&lt;SmartResize anchorLeft=&quot;Absolute&quot; anchorTop=&quot;Absolute&quot; anchorRight=&quot;None&quot; anchorBottom=&quot;None&quot; /&gt;&lt;/SmartSettings&gt;"/>
              <p:cNvSpPr>
                <a:spLocks noChangeAspect="1" noEditPoints="1"/>
              </p:cNvSpPr>
              <p:nvPr>
                <p:custDataLst>
                  <p:tags r:id="rId10"/>
                </p:custDataLst>
              </p:nvPr>
            </p:nvSpPr>
            <p:spPr bwMode="auto">
              <a:xfrm>
                <a:off x="961811" y="1437706"/>
                <a:ext cx="95516" cy="110078"/>
              </a:xfrm>
              <a:custGeom>
                <a:avLst/>
                <a:gdLst>
                  <a:gd name="T0" fmla="*/ 441 w 441"/>
                  <a:gd name="T1" fmla="*/ 7 h 474"/>
                  <a:gd name="T2" fmla="*/ 441 w 441"/>
                  <a:gd name="T3" fmla="*/ 144 h 474"/>
                  <a:gd name="T4" fmla="*/ 296 w 441"/>
                  <a:gd name="T5" fmla="*/ 144 h 474"/>
                  <a:gd name="T6" fmla="*/ 438 w 441"/>
                  <a:gd name="T7" fmla="*/ 309 h 474"/>
                  <a:gd name="T8" fmla="*/ 166 w 441"/>
                  <a:gd name="T9" fmla="*/ 434 h 474"/>
                  <a:gd name="T10" fmla="*/ 41 w 441"/>
                  <a:gd name="T11" fmla="*/ 162 h 474"/>
                  <a:gd name="T12" fmla="*/ 313 w 441"/>
                  <a:gd name="T13" fmla="*/ 37 h 474"/>
                  <a:gd name="T14" fmla="*/ 428 w 441"/>
                  <a:gd name="T15" fmla="*/ 139 h 4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1" h="474">
                    <a:moveTo>
                      <a:pt x="441" y="7"/>
                    </a:moveTo>
                    <a:lnTo>
                      <a:pt x="441" y="144"/>
                    </a:lnTo>
                    <a:lnTo>
                      <a:pt x="296" y="144"/>
                    </a:lnTo>
                    <a:moveTo>
                      <a:pt x="438" y="309"/>
                    </a:moveTo>
                    <a:cubicBezTo>
                      <a:pt x="397" y="418"/>
                      <a:pt x="276" y="474"/>
                      <a:pt x="166" y="434"/>
                    </a:cubicBezTo>
                    <a:cubicBezTo>
                      <a:pt x="56" y="393"/>
                      <a:pt x="0" y="271"/>
                      <a:pt x="41" y="162"/>
                    </a:cubicBezTo>
                    <a:cubicBezTo>
                      <a:pt x="82" y="52"/>
                      <a:pt x="202" y="0"/>
                      <a:pt x="313" y="37"/>
                    </a:cubicBezTo>
                    <a:cubicBezTo>
                      <a:pt x="357" y="51"/>
                      <a:pt x="398" y="91"/>
                      <a:pt x="428" y="139"/>
                    </a:cubicBezTo>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grpSp>
      </p:grpSp>
      <p:grpSp>
        <p:nvGrpSpPr>
          <p:cNvPr id="64" name="Jumbotron Example"/>
          <p:cNvGrpSpPr/>
          <p:nvPr/>
        </p:nvGrpSpPr>
        <p:grpSpPr>
          <a:xfrm>
            <a:off x="1406034" y="557034"/>
            <a:ext cx="9239256" cy="6130793"/>
            <a:chOff x="1476372" y="363604"/>
            <a:chExt cx="9239256" cy="6130793"/>
          </a:xfrm>
        </p:grpSpPr>
        <p:sp>
          <p:nvSpPr>
            <p:cNvPr id="65" name="Navbar Shape"/>
            <p:cNvSpPr/>
            <p:nvPr/>
          </p:nvSpPr>
          <p:spPr>
            <a:xfrm>
              <a:off x="1476372" y="363604"/>
              <a:ext cx="9239256" cy="495300"/>
            </a:xfrm>
            <a:prstGeom prst="roundRect">
              <a:avLst>
                <a:gd name="adj" fmla="val 0"/>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28016" tIns="45720" rIns="128016"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400" dirty="0" smtClean="0">
                  <a:solidFill>
                    <a:srgbClr val="5F5F5F"/>
                  </a:solidFill>
                  <a:latin typeface="Segoe UI" panose="020B0502040204020203" pitchFamily="34" charset="0"/>
                  <a:cs typeface="Segoe UI" panose="020B0502040204020203" pitchFamily="34" charset="0"/>
                </a:rPr>
                <a:t>Log </a:t>
              </a:r>
              <a:r>
                <a:rPr lang="en-US" sz="1400" dirty="0" err="1" smtClean="0">
                  <a:solidFill>
                    <a:srgbClr val="5F5F5F"/>
                  </a:solidFill>
                  <a:latin typeface="Segoe UI" panose="020B0502040204020203" pitchFamily="34" charset="0"/>
                  <a:cs typeface="Segoe UI" panose="020B0502040204020203" pitchFamily="34" charset="0"/>
                </a:rPr>
                <a:t>ind</a:t>
              </a:r>
              <a:r>
                <a:rPr lang="en-US" sz="1400" dirty="0" smtClean="0">
                  <a:solidFill>
                    <a:srgbClr val="5F5F5F"/>
                  </a:solidFill>
                  <a:latin typeface="Segoe UI" panose="020B0502040204020203" pitchFamily="34" charset="0"/>
                  <a:cs typeface="Segoe UI" panose="020B0502040204020203" pitchFamily="34" charset="0"/>
                </a:rPr>
                <a:t> </a:t>
              </a:r>
              <a:r>
                <a:rPr lang="en-US" sz="1400" dirty="0" err="1" smtClean="0">
                  <a:solidFill>
                    <a:srgbClr val="5F5F5F"/>
                  </a:solidFill>
                  <a:latin typeface="Segoe UI" panose="020B0502040204020203" pitchFamily="34" charset="0"/>
                  <a:cs typeface="Segoe UI" panose="020B0502040204020203" pitchFamily="34" charset="0"/>
                </a:rPr>
                <a:t>eksempel</a:t>
              </a:r>
              <a:endParaRPr lang="en-US" sz="1400" dirty="0" smtClean="0">
                <a:solidFill>
                  <a:srgbClr val="5F5F5F"/>
                </a:solidFill>
                <a:latin typeface="Segoe UI" panose="020B0502040204020203" pitchFamily="34" charset="0"/>
                <a:cs typeface="Segoe UI" panose="020B0502040204020203" pitchFamily="34" charset="0"/>
              </a:endParaRPr>
            </a:p>
          </p:txBody>
        </p:sp>
        <p:sp>
          <p:nvSpPr>
            <p:cNvPr id="67" name="Button"/>
            <p:cNvSpPr/>
            <p:nvPr/>
          </p:nvSpPr>
          <p:spPr>
            <a:xfrm>
              <a:off x="9965402" y="455985"/>
              <a:ext cx="648588" cy="310539"/>
            </a:xfrm>
            <a:prstGeom prst="roundRect">
              <a:avLst>
                <a:gd name="adj" fmla="val 11182"/>
              </a:avLst>
            </a:prstGeom>
            <a:solidFill>
              <a:schemeClr val="accent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64008" rIns="91440"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dirty="0" smtClean="0">
                  <a:solidFill>
                    <a:srgbClr val="5F5F5F"/>
                  </a:solidFill>
                  <a:latin typeface="Segoe UI" panose="020B0502040204020203" pitchFamily="34" charset="0"/>
                  <a:cs typeface="Segoe UI" panose="020B0502040204020203" pitchFamily="34" charset="0"/>
                </a:rPr>
                <a:t>Log </a:t>
              </a:r>
              <a:r>
                <a:rPr lang="en-US" sz="1050" dirty="0" err="1" smtClean="0">
                  <a:solidFill>
                    <a:srgbClr val="5F5F5F"/>
                  </a:solidFill>
                  <a:latin typeface="Segoe UI" panose="020B0502040204020203" pitchFamily="34" charset="0"/>
                  <a:cs typeface="Segoe UI" panose="020B0502040204020203" pitchFamily="34" charset="0"/>
                </a:rPr>
                <a:t>ind</a:t>
              </a:r>
              <a:endParaRPr lang="en-US" sz="1050" dirty="0" smtClean="0">
                <a:solidFill>
                  <a:srgbClr val="5F5F5F"/>
                </a:solidFill>
                <a:latin typeface="Segoe UI" panose="020B0502040204020203" pitchFamily="34" charset="0"/>
                <a:cs typeface="Segoe UI" panose="020B0502040204020203" pitchFamily="34" charset="0"/>
              </a:endParaRPr>
            </a:p>
          </p:txBody>
        </p:sp>
        <p:cxnSp>
          <p:nvCxnSpPr>
            <p:cNvPr id="79" name="Line"/>
            <p:cNvCxnSpPr/>
            <p:nvPr/>
          </p:nvCxnSpPr>
          <p:spPr>
            <a:xfrm>
              <a:off x="1476372" y="858904"/>
              <a:ext cx="9239256" cy="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grpSp>
          <p:nvGrpSpPr>
            <p:cNvPr id="80" name="Footer"/>
            <p:cNvGrpSpPr/>
            <p:nvPr/>
          </p:nvGrpSpPr>
          <p:grpSpPr>
            <a:xfrm>
              <a:off x="1476372" y="6239350"/>
              <a:ext cx="9239256" cy="255047"/>
              <a:chOff x="1476372" y="6239350"/>
              <a:chExt cx="9239256" cy="255047"/>
            </a:xfrm>
          </p:grpSpPr>
          <p:cxnSp>
            <p:nvCxnSpPr>
              <p:cNvPr id="81" name="Line"/>
              <p:cNvCxnSpPr/>
              <p:nvPr/>
            </p:nvCxnSpPr>
            <p:spPr>
              <a:xfrm>
                <a:off x="1476372" y="6239350"/>
                <a:ext cx="9239256" cy="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82" name="Copyright"/>
              <p:cNvSpPr txBox="1"/>
              <p:nvPr/>
            </p:nvSpPr>
            <p:spPr>
              <a:xfrm>
                <a:off x="1624987" y="6292419"/>
                <a:ext cx="724557" cy="201978"/>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r>
                  <a:rPr lang="en-US" sz="1050" noProof="1">
                    <a:solidFill>
                      <a:srgbClr val="5F5F5F"/>
                    </a:solidFill>
                    <a:latin typeface="Segoe UI" panose="020B0502040204020203" pitchFamily="34" charset="0"/>
                    <a:cs typeface="Segoe UI" panose="020B0502040204020203" pitchFamily="34" charset="0"/>
                  </a:rPr>
                  <a:t>© Company</a:t>
                </a:r>
                <a:endParaRPr lang="en-US" sz="1050" noProof="1" smtClean="0">
                  <a:solidFill>
                    <a:srgbClr val="5F5F5F"/>
                  </a:solidFill>
                  <a:latin typeface="Segoe UI" panose="020B0502040204020203" pitchFamily="34" charset="0"/>
                  <a:cs typeface="Segoe UI" panose="020B0502040204020203" pitchFamily="34" charset="0"/>
                </a:endParaRPr>
              </a:p>
            </p:txBody>
          </p:sp>
        </p:grpSp>
      </p:grpSp>
      <p:sp>
        <p:nvSpPr>
          <p:cNvPr id="86" name="Breadcrumbs"/>
          <p:cNvSpPr/>
          <p:nvPr/>
        </p:nvSpPr>
        <p:spPr>
          <a:xfrm>
            <a:off x="1406034" y="1084766"/>
            <a:ext cx="9239256" cy="362652"/>
          </a:xfrm>
          <a:prstGeom prst="roundRect">
            <a:avLst>
              <a:gd name="adj" fmla="val 10538"/>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0584" tIns="82296" rIns="100584" bIns="82296"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50" dirty="0" err="1" smtClean="0">
                <a:solidFill>
                  <a:srgbClr val="5B9BD5"/>
                </a:solidFill>
                <a:latin typeface="Segoe UI" panose="020B0502040204020203" pitchFamily="34" charset="0"/>
                <a:cs typeface="Segoe UI" panose="020B0502040204020203" pitchFamily="34" charset="0"/>
              </a:rPr>
              <a:t>Forside</a:t>
            </a:r>
            <a:r>
              <a:rPr lang="en-US" sz="1050" dirty="0" smtClean="0">
                <a:solidFill>
                  <a:srgbClr val="5F5F5F"/>
                </a:solidFill>
                <a:latin typeface="Segoe UI" panose="020B0502040204020203" pitchFamily="34" charset="0"/>
                <a:cs typeface="Segoe UI" panose="020B0502040204020203" pitchFamily="34" charset="0"/>
              </a:rPr>
              <a:t>  /  </a:t>
            </a:r>
            <a:r>
              <a:rPr lang="en-US" sz="1050" dirty="0" err="1" smtClean="0">
                <a:solidFill>
                  <a:srgbClr val="5B9BD5"/>
                </a:solidFill>
                <a:latin typeface="Segoe UI" panose="020B0502040204020203" pitchFamily="34" charset="0"/>
                <a:cs typeface="Segoe UI" panose="020B0502040204020203" pitchFamily="34" charset="0"/>
              </a:rPr>
              <a:t>Kategorier</a:t>
            </a:r>
            <a:r>
              <a:rPr lang="en-US" sz="1050" dirty="0" smtClean="0">
                <a:solidFill>
                  <a:srgbClr val="5F5F5F"/>
                </a:solidFill>
                <a:latin typeface="Segoe UI" panose="020B0502040204020203" pitchFamily="34" charset="0"/>
                <a:cs typeface="Segoe UI" panose="020B0502040204020203" pitchFamily="34" charset="0"/>
              </a:rPr>
              <a:t>  /  </a:t>
            </a:r>
            <a:r>
              <a:rPr lang="en-US" sz="1050" dirty="0" err="1" smtClean="0">
                <a:solidFill>
                  <a:schemeClr val="accent1"/>
                </a:solidFill>
                <a:latin typeface="Segoe UI" panose="020B0502040204020203" pitchFamily="34" charset="0"/>
                <a:cs typeface="Segoe UI" panose="020B0502040204020203" pitchFamily="34" charset="0"/>
              </a:rPr>
              <a:t>Kurv</a:t>
            </a:r>
            <a:endParaRPr lang="en-US" sz="1050" dirty="0" smtClean="0">
              <a:solidFill>
                <a:schemeClr val="accent1"/>
              </a:solidFill>
              <a:latin typeface="Segoe UI" panose="020B0502040204020203" pitchFamily="34" charset="0"/>
              <a:cs typeface="Segoe UI" panose="020B0502040204020203" pitchFamily="34" charset="0"/>
            </a:endParaRPr>
          </a:p>
        </p:txBody>
      </p:sp>
      <p:sp>
        <p:nvSpPr>
          <p:cNvPr id="32" name="Input"/>
          <p:cNvSpPr/>
          <p:nvPr/>
        </p:nvSpPr>
        <p:spPr>
          <a:xfrm>
            <a:off x="3128083" y="2849714"/>
            <a:ext cx="2504700" cy="307726"/>
          </a:xfrm>
          <a:prstGeom prst="roundRect">
            <a:avLst>
              <a:gd name="adj" fmla="val 10785"/>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0584" tIns="64008" rIns="100584"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dirty="0" err="1" smtClean="0">
                <a:solidFill>
                  <a:srgbClr val="5F5F5F"/>
                </a:solidFill>
                <a:latin typeface="Segoe UI" panose="020B0502040204020203" pitchFamily="34" charset="0"/>
                <a:cs typeface="Segoe UI" panose="020B0502040204020203" pitchFamily="34" charset="0"/>
              </a:rPr>
              <a:t>Brugernavn</a:t>
            </a:r>
            <a:endParaRPr lang="en-US" sz="1050" dirty="0" smtClean="0">
              <a:solidFill>
                <a:srgbClr val="5F5F5F"/>
              </a:solidFill>
              <a:latin typeface="Segoe UI" panose="020B0502040204020203" pitchFamily="34" charset="0"/>
              <a:cs typeface="Segoe UI" panose="020B0502040204020203" pitchFamily="34" charset="0"/>
            </a:endParaRPr>
          </a:p>
        </p:txBody>
      </p:sp>
      <p:sp>
        <p:nvSpPr>
          <p:cNvPr id="33" name="Input"/>
          <p:cNvSpPr/>
          <p:nvPr/>
        </p:nvSpPr>
        <p:spPr>
          <a:xfrm>
            <a:off x="3128083" y="3570075"/>
            <a:ext cx="2504700" cy="307726"/>
          </a:xfrm>
          <a:prstGeom prst="roundRect">
            <a:avLst>
              <a:gd name="adj" fmla="val 10785"/>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0584" tIns="64008" rIns="100584"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dirty="0" smtClean="0">
                <a:solidFill>
                  <a:srgbClr val="5F5F5F"/>
                </a:solidFill>
                <a:latin typeface="Segoe UI" panose="020B0502040204020203" pitchFamily="34" charset="0"/>
                <a:cs typeface="Segoe UI" panose="020B0502040204020203" pitchFamily="34" charset="0"/>
              </a:rPr>
              <a:t>Password</a:t>
            </a:r>
          </a:p>
        </p:txBody>
      </p:sp>
      <p:sp>
        <p:nvSpPr>
          <p:cNvPr id="34" name="Button"/>
          <p:cNvSpPr/>
          <p:nvPr/>
        </p:nvSpPr>
        <p:spPr>
          <a:xfrm>
            <a:off x="6075037" y="3570075"/>
            <a:ext cx="648588" cy="310539"/>
          </a:xfrm>
          <a:prstGeom prst="roundRect">
            <a:avLst>
              <a:gd name="adj" fmla="val 11182"/>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64008" rIns="91440"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dirty="0" smtClean="0">
                <a:solidFill>
                  <a:srgbClr val="5F5F5F"/>
                </a:solidFill>
                <a:latin typeface="Segoe UI" panose="020B0502040204020203" pitchFamily="34" charset="0"/>
                <a:cs typeface="Segoe UI" panose="020B0502040204020203" pitchFamily="34" charset="0"/>
              </a:rPr>
              <a:t>Log </a:t>
            </a:r>
            <a:r>
              <a:rPr lang="en-US" sz="1050" dirty="0" err="1" smtClean="0">
                <a:solidFill>
                  <a:srgbClr val="5F5F5F"/>
                </a:solidFill>
                <a:latin typeface="Segoe UI" panose="020B0502040204020203" pitchFamily="34" charset="0"/>
                <a:cs typeface="Segoe UI" panose="020B0502040204020203" pitchFamily="34" charset="0"/>
              </a:rPr>
              <a:t>ind</a:t>
            </a:r>
            <a:endParaRPr lang="en-US" sz="1050" dirty="0" smtClean="0">
              <a:solidFill>
                <a:srgbClr val="5F5F5F"/>
              </a:solidFill>
              <a:latin typeface="Segoe UI" panose="020B0502040204020203" pitchFamily="34" charset="0"/>
              <a:cs typeface="Segoe UI" panose="020B0502040204020203" pitchFamily="34" charset="0"/>
            </a:endParaRPr>
          </a:p>
        </p:txBody>
      </p:sp>
      <p:sp>
        <p:nvSpPr>
          <p:cNvPr id="43" name="Text"/>
          <p:cNvSpPr txBox="1"/>
          <p:nvPr/>
        </p:nvSpPr>
        <p:spPr>
          <a:xfrm>
            <a:off x="5721209" y="1861618"/>
            <a:ext cx="686085" cy="346249"/>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r>
              <a:rPr lang="en-US" b="1" noProof="1" smtClean="0">
                <a:solidFill>
                  <a:srgbClr val="5F5F5F"/>
                </a:solidFill>
                <a:cs typeface="Segoe UI Semibold" panose="020B0702040204020203" pitchFamily="34" charset="0"/>
              </a:rPr>
              <a:t>Log ind</a:t>
            </a:r>
          </a:p>
        </p:txBody>
      </p:sp>
    </p:spTree>
    <p:extLst>
      <p:ext uri="{BB962C8B-B14F-4D97-AF65-F5344CB8AC3E}">
        <p14:creationId xmlns:p14="http://schemas.microsoft.com/office/powerpoint/2010/main" val="3713284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Browser" descr="&lt;SmartSettings&gt;&lt;SmartResize enabled=&quot;True&quot; minWidth=&quot;140&quot; minHeight=&quot;50&quot; /&gt;&lt;/SmartSettings&gt;"/>
          <p:cNvGrpSpPr/>
          <p:nvPr>
            <p:custDataLst>
              <p:tags r:id="rId1"/>
            </p:custDataLst>
          </p:nvPr>
        </p:nvGrpSpPr>
        <p:grpSpPr>
          <a:xfrm>
            <a:off x="522659" y="-1"/>
            <a:ext cx="11083185" cy="6842051"/>
            <a:chOff x="595684" y="1261242"/>
            <a:chExt cx="6668462" cy="4352543"/>
          </a:xfrm>
        </p:grpSpPr>
        <p:sp>
          <p:nvSpPr>
            <p:cNvPr id="5" name="Window Body" descr="&lt;SmartSettings&gt;&lt;SmartResize anchorLeft=&quot;Absolute&quot; anchorTop=&quot;Absolute&quot; anchorRight=&quot;Absolute&quot; anchorBottom=&quot;Absolute&quot; /&gt;&lt;/SmartSettings&gt;"/>
            <p:cNvSpPr/>
            <p:nvPr>
              <p:custDataLst>
                <p:tags r:id="rId2"/>
              </p:custDataLst>
            </p:nvPr>
          </p:nvSpPr>
          <p:spPr>
            <a:xfrm>
              <a:off x="595684" y="1601569"/>
              <a:ext cx="6668462" cy="4012216"/>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dirty="0">
                <a:solidFill>
                  <a:srgbClr val="5F5F5F"/>
                </a:solidFill>
                <a:latin typeface="Segoe UI" panose="020B0502040204020203" pitchFamily="34" charset="0"/>
                <a:cs typeface="Segoe UI" panose="020B0502040204020203" pitchFamily="34" charset="0"/>
              </a:endParaRPr>
            </a:p>
          </p:txBody>
        </p:sp>
        <p:sp>
          <p:nvSpPr>
            <p:cNvPr id="6" name="Title Bar" descr="&lt;SmartSettings&gt;&lt;SmartResize anchorLeft=&quot;Absolute&quot; anchorTop=&quot;Absolute&quot; anchorRight=&quot;Absolute&quot; anchorBottom=&quot;None&quot; /&gt;&lt;/SmartSettings&gt;"/>
            <p:cNvSpPr/>
            <p:nvPr>
              <p:custDataLst>
                <p:tags r:id="rId3"/>
              </p:custDataLst>
            </p:nvPr>
          </p:nvSpPr>
          <p:spPr>
            <a:xfrm>
              <a:off x="595685" y="1261242"/>
              <a:ext cx="6668461" cy="341660"/>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22860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900" dirty="0" smtClean="0">
                  <a:solidFill>
                    <a:srgbClr val="5F5F5F"/>
                  </a:solidFill>
                  <a:latin typeface="Segoe UI" panose="020B0502040204020203" pitchFamily="34" charset="0"/>
                  <a:cs typeface="Segoe UI" panose="020B0502040204020203" pitchFamily="34" charset="0"/>
                </a:rPr>
                <a:t>Browser</a:t>
              </a:r>
              <a:endParaRPr lang="en-US" sz="900" dirty="0">
                <a:solidFill>
                  <a:srgbClr val="5F5F5F"/>
                </a:solidFill>
                <a:latin typeface="Segoe UI" panose="020B0502040204020203" pitchFamily="34" charset="0"/>
                <a:cs typeface="Segoe UI" panose="020B0502040204020203" pitchFamily="34" charset="0"/>
              </a:endParaRPr>
            </a:p>
          </p:txBody>
        </p:sp>
        <p:sp>
          <p:nvSpPr>
            <p:cNvPr id="7" name="Menu Button" descr="&lt;SmartSettings&gt;&lt;SmartResize anchorLeft=&quot;None&quot; anchorTop=&quot;Absolute&quot; anchorRight=&quot;Absolute&quot; anchorBottom=&quot;None&quot; /&gt;&lt;/SmartSettings&gt;"/>
            <p:cNvSpPr>
              <a:spLocks noChangeAspect="1" noEditPoints="1"/>
            </p:cNvSpPr>
            <p:nvPr>
              <p:custDataLst>
                <p:tags r:id="rId4"/>
              </p:custDataLst>
            </p:nvPr>
          </p:nvSpPr>
          <p:spPr bwMode="auto">
            <a:xfrm>
              <a:off x="7121019" y="1456895"/>
              <a:ext cx="89785" cy="71702"/>
            </a:xfrm>
            <a:custGeom>
              <a:avLst/>
              <a:gdLst>
                <a:gd name="T0" fmla="*/ 0 w 415"/>
                <a:gd name="T1" fmla="*/ 309 h 309"/>
                <a:gd name="T2" fmla="*/ 415 w 415"/>
                <a:gd name="T3" fmla="*/ 309 h 309"/>
                <a:gd name="T4" fmla="*/ 0 w 415"/>
                <a:gd name="T5" fmla="*/ 155 h 309"/>
                <a:gd name="T6" fmla="*/ 415 w 415"/>
                <a:gd name="T7" fmla="*/ 155 h 309"/>
                <a:gd name="T8" fmla="*/ 0 w 415"/>
                <a:gd name="T9" fmla="*/ 0 h 309"/>
                <a:gd name="T10" fmla="*/ 415 w 415"/>
                <a:gd name="T11" fmla="*/ 0 h 309"/>
              </a:gdLst>
              <a:ahLst/>
              <a:cxnLst>
                <a:cxn ang="0">
                  <a:pos x="T0" y="T1"/>
                </a:cxn>
                <a:cxn ang="0">
                  <a:pos x="T2" y="T3"/>
                </a:cxn>
                <a:cxn ang="0">
                  <a:pos x="T4" y="T5"/>
                </a:cxn>
                <a:cxn ang="0">
                  <a:pos x="T6" y="T7"/>
                </a:cxn>
                <a:cxn ang="0">
                  <a:pos x="T8" y="T9"/>
                </a:cxn>
                <a:cxn ang="0">
                  <a:pos x="T10" y="T11"/>
                </a:cxn>
              </a:cxnLst>
              <a:rect l="0" t="0" r="r" b="b"/>
              <a:pathLst>
                <a:path w="415" h="309">
                  <a:moveTo>
                    <a:pt x="0" y="309"/>
                  </a:moveTo>
                  <a:lnTo>
                    <a:pt x="415" y="309"/>
                  </a:lnTo>
                  <a:moveTo>
                    <a:pt x="0" y="155"/>
                  </a:moveTo>
                  <a:lnTo>
                    <a:pt x="415" y="155"/>
                  </a:lnTo>
                  <a:moveTo>
                    <a:pt x="0" y="0"/>
                  </a:moveTo>
                  <a:lnTo>
                    <a:pt x="415" y="0"/>
                  </a:lnTo>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8" name="Close Button" descr="&lt;SmartSettings&gt;&lt;SmartResize anchorLeft=&quot;None&quot; anchorTop=&quot;Absolute&quot; anchorRight=&quot;Absolute&quot; anchorBottom=&quot;None&quot; /&gt;&lt;/SmartSettings&gt;"/>
            <p:cNvSpPr>
              <a:spLocks noEditPoints="1"/>
            </p:cNvSpPr>
            <p:nvPr>
              <p:custDataLst>
                <p:tags r:id="rId5"/>
              </p:custDataLst>
            </p:nvPr>
          </p:nvSpPr>
          <p:spPr bwMode="auto">
            <a:xfrm>
              <a:off x="7137262" y="1306565"/>
              <a:ext cx="59220" cy="60593"/>
            </a:xfrm>
            <a:custGeom>
              <a:avLst/>
              <a:gdLst>
                <a:gd name="T0" fmla="*/ 254 w 254"/>
                <a:gd name="T1" fmla="*/ 0 h 254"/>
                <a:gd name="T2" fmla="*/ 0 w 254"/>
                <a:gd name="T3" fmla="*/ 254 h 254"/>
                <a:gd name="T4" fmla="*/ 0 w 254"/>
                <a:gd name="T5" fmla="*/ 0 h 254"/>
                <a:gd name="T6" fmla="*/ 254 w 254"/>
                <a:gd name="T7" fmla="*/ 254 h 254"/>
              </a:gdLst>
              <a:ahLst/>
              <a:cxnLst>
                <a:cxn ang="0">
                  <a:pos x="T0" y="T1"/>
                </a:cxn>
                <a:cxn ang="0">
                  <a:pos x="T2" y="T3"/>
                </a:cxn>
                <a:cxn ang="0">
                  <a:pos x="T4" y="T5"/>
                </a:cxn>
                <a:cxn ang="0">
                  <a:pos x="T6" y="T7"/>
                </a:cxn>
              </a:cxnLst>
              <a:rect l="0" t="0" r="r" b="b"/>
              <a:pathLst>
                <a:path w="254" h="254">
                  <a:moveTo>
                    <a:pt x="254" y="0"/>
                  </a:moveTo>
                  <a:lnTo>
                    <a:pt x="0" y="254"/>
                  </a:lnTo>
                  <a:moveTo>
                    <a:pt x="0" y="0"/>
                  </a:moveTo>
                  <a:lnTo>
                    <a:pt x="254" y="254"/>
                  </a:lnTo>
                </a:path>
              </a:pathLst>
            </a:custGeom>
            <a:noFill/>
            <a:ln w="9525"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9" name="Address Box" descr="&lt;SmartSettings&gt;&lt;SmartResize anchorLeft=&quot;Absolute&quot; anchorTop=&quot;Absolute&quot; anchorRight=&quot;Absolute&quot; anchorBottom=&quot;None&quot; /&gt;&lt;/SmartSettings&gt;"/>
            <p:cNvSpPr/>
            <p:nvPr>
              <p:custDataLst>
                <p:tags r:id="rId6"/>
              </p:custDataLst>
            </p:nvPr>
          </p:nvSpPr>
          <p:spPr>
            <a:xfrm>
              <a:off x="1138944" y="1417126"/>
              <a:ext cx="5928731" cy="151240"/>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237744"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900" noProof="1" smtClean="0">
                  <a:solidFill>
                    <a:srgbClr val="5F5F5F"/>
                  </a:solidFill>
                  <a:latin typeface="Segoe UI" panose="020B0502040204020203" pitchFamily="34" charset="0"/>
                  <a:cs typeface="Segoe UI" panose="020B0502040204020203" pitchFamily="34" charset="0"/>
                </a:rPr>
                <a:t>www.Webshop.com</a:t>
              </a:r>
              <a:endParaRPr lang="en-US" sz="900" noProof="1">
                <a:solidFill>
                  <a:srgbClr val="5F5F5F"/>
                </a:solidFill>
                <a:latin typeface="Segoe UI" panose="020B0502040204020203" pitchFamily="34" charset="0"/>
                <a:cs typeface="Segoe UI" panose="020B0502040204020203" pitchFamily="34" charset="0"/>
              </a:endParaRPr>
            </a:p>
          </p:txBody>
        </p:sp>
        <p:sp>
          <p:nvSpPr>
            <p:cNvPr id="10" name="Document Icon" descr="&lt;SmartSettings&gt;&lt;SmartResize anchorLeft=&quot;Absolute&quot; anchorTop=&quot;Absolute&quot; anchorRight=&quot;None&quot; anchorBottom=&quot;None&quot; /&gt;&lt;/SmartSettings&gt;"/>
            <p:cNvSpPr>
              <a:spLocks noChangeAspect="1" noEditPoints="1"/>
            </p:cNvSpPr>
            <p:nvPr>
              <p:custDataLst>
                <p:tags r:id="rId7"/>
              </p:custDataLst>
            </p:nvPr>
          </p:nvSpPr>
          <p:spPr bwMode="auto">
            <a:xfrm>
              <a:off x="1184747" y="1450331"/>
              <a:ext cx="56355" cy="84830"/>
            </a:xfrm>
            <a:custGeom>
              <a:avLst/>
              <a:gdLst>
                <a:gd name="T0" fmla="*/ 153 w 260"/>
                <a:gd name="T1" fmla="*/ 7 h 367"/>
                <a:gd name="T2" fmla="*/ 153 w 260"/>
                <a:gd name="T3" fmla="*/ 108 h 367"/>
                <a:gd name="T4" fmla="*/ 253 w 260"/>
                <a:gd name="T5" fmla="*/ 108 h 367"/>
                <a:gd name="T6" fmla="*/ 0 w 260"/>
                <a:gd name="T7" fmla="*/ 0 h 367"/>
                <a:gd name="T8" fmla="*/ 0 w 260"/>
                <a:gd name="T9" fmla="*/ 367 h 367"/>
                <a:gd name="T10" fmla="*/ 260 w 260"/>
                <a:gd name="T11" fmla="*/ 367 h 367"/>
                <a:gd name="T12" fmla="*/ 260 w 260"/>
                <a:gd name="T13" fmla="*/ 100 h 367"/>
                <a:gd name="T14" fmla="*/ 161 w 260"/>
                <a:gd name="T15" fmla="*/ 1 h 367"/>
                <a:gd name="T16" fmla="*/ 0 w 260"/>
                <a:gd name="T17" fmla="*/ 0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 h="367">
                  <a:moveTo>
                    <a:pt x="153" y="7"/>
                  </a:moveTo>
                  <a:lnTo>
                    <a:pt x="153" y="108"/>
                  </a:lnTo>
                  <a:lnTo>
                    <a:pt x="253" y="108"/>
                  </a:lnTo>
                  <a:moveTo>
                    <a:pt x="0" y="0"/>
                  </a:moveTo>
                  <a:lnTo>
                    <a:pt x="0" y="367"/>
                  </a:lnTo>
                  <a:lnTo>
                    <a:pt x="260" y="367"/>
                  </a:lnTo>
                  <a:lnTo>
                    <a:pt x="260" y="100"/>
                  </a:lnTo>
                  <a:lnTo>
                    <a:pt x="161" y="1"/>
                  </a:lnTo>
                  <a:lnTo>
                    <a:pt x="0" y="0"/>
                  </a:lnTo>
                  <a:close/>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grpSp>
          <p:nvGrpSpPr>
            <p:cNvPr id="11" name="Navigation Buttons"/>
            <p:cNvGrpSpPr/>
            <p:nvPr/>
          </p:nvGrpSpPr>
          <p:grpSpPr>
            <a:xfrm>
              <a:off x="671443" y="1437706"/>
              <a:ext cx="385884" cy="110078"/>
              <a:chOff x="671443" y="1437706"/>
              <a:chExt cx="385884" cy="110078"/>
            </a:xfrm>
          </p:grpSpPr>
          <p:sp>
            <p:nvSpPr>
              <p:cNvPr id="12" name="Back Button" descr="&lt;SmartSettings&gt;&lt;SmartResize anchorLeft=&quot;Absolute&quot; anchorTop=&quot;Absolute&quot; anchorRight=&quot;None&quot; anchorBottom=&quot;None&quot; /&gt;&lt;/SmartSettings&gt;"/>
              <p:cNvSpPr>
                <a:spLocks noChangeAspect="1" noEditPoints="1"/>
              </p:cNvSpPr>
              <p:nvPr>
                <p:custDataLst>
                  <p:tags r:id="rId8"/>
                </p:custDataLst>
              </p:nvPr>
            </p:nvSpPr>
            <p:spPr bwMode="auto">
              <a:xfrm>
                <a:off x="671443" y="1454370"/>
                <a:ext cx="91695" cy="76751"/>
              </a:xfrm>
              <a:custGeom>
                <a:avLst/>
                <a:gdLst>
                  <a:gd name="T0" fmla="*/ 159 w 423"/>
                  <a:gd name="T1" fmla="*/ 332 h 332"/>
                  <a:gd name="T2" fmla="*/ 0 w 423"/>
                  <a:gd name="T3" fmla="*/ 166 h 332"/>
                  <a:gd name="T4" fmla="*/ 159 w 423"/>
                  <a:gd name="T5" fmla="*/ 0 h 332"/>
                  <a:gd name="T6" fmla="*/ 15 w 423"/>
                  <a:gd name="T7" fmla="*/ 166 h 332"/>
                  <a:gd name="T8" fmla="*/ 423 w 423"/>
                  <a:gd name="T9" fmla="*/ 166 h 332"/>
                </a:gdLst>
                <a:ahLst/>
                <a:cxnLst>
                  <a:cxn ang="0">
                    <a:pos x="T0" y="T1"/>
                  </a:cxn>
                  <a:cxn ang="0">
                    <a:pos x="T2" y="T3"/>
                  </a:cxn>
                  <a:cxn ang="0">
                    <a:pos x="T4" y="T5"/>
                  </a:cxn>
                  <a:cxn ang="0">
                    <a:pos x="T6" y="T7"/>
                  </a:cxn>
                  <a:cxn ang="0">
                    <a:pos x="T8" y="T9"/>
                  </a:cxn>
                </a:cxnLst>
                <a:rect l="0" t="0" r="r" b="b"/>
                <a:pathLst>
                  <a:path w="423" h="332">
                    <a:moveTo>
                      <a:pt x="159" y="332"/>
                    </a:moveTo>
                    <a:lnTo>
                      <a:pt x="0" y="166"/>
                    </a:lnTo>
                    <a:lnTo>
                      <a:pt x="159" y="0"/>
                    </a:lnTo>
                    <a:moveTo>
                      <a:pt x="15" y="166"/>
                    </a:moveTo>
                    <a:lnTo>
                      <a:pt x="423" y="166"/>
                    </a:lnTo>
                  </a:path>
                </a:pathLst>
              </a:custGeom>
              <a:noFill/>
              <a:ln w="6350" cap="sq">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13" name="Forward Button" descr="&lt;SmartSettings&gt;&lt;SmartResize anchorLeft=&quot;Absolute&quot; anchorTop=&quot;Absolute&quot; anchorRight=&quot;None&quot; anchorBottom=&quot;None&quot; /&gt;&lt;/SmartSettings&gt;"/>
              <p:cNvSpPr>
                <a:spLocks noChangeAspect="1" noEditPoints="1"/>
              </p:cNvSpPr>
              <p:nvPr>
                <p:custDataLst>
                  <p:tags r:id="rId9"/>
                </p:custDataLst>
              </p:nvPr>
            </p:nvSpPr>
            <p:spPr bwMode="auto">
              <a:xfrm>
                <a:off x="816627" y="1454370"/>
                <a:ext cx="91695" cy="76751"/>
              </a:xfrm>
              <a:custGeom>
                <a:avLst/>
                <a:gdLst>
                  <a:gd name="T0" fmla="*/ 265 w 423"/>
                  <a:gd name="T1" fmla="*/ 0 h 332"/>
                  <a:gd name="T2" fmla="*/ 423 w 423"/>
                  <a:gd name="T3" fmla="*/ 166 h 332"/>
                  <a:gd name="T4" fmla="*/ 265 w 423"/>
                  <a:gd name="T5" fmla="*/ 332 h 332"/>
                  <a:gd name="T6" fmla="*/ 408 w 423"/>
                  <a:gd name="T7" fmla="*/ 166 h 332"/>
                  <a:gd name="T8" fmla="*/ 0 w 423"/>
                  <a:gd name="T9" fmla="*/ 166 h 332"/>
                </a:gdLst>
                <a:ahLst/>
                <a:cxnLst>
                  <a:cxn ang="0">
                    <a:pos x="T0" y="T1"/>
                  </a:cxn>
                  <a:cxn ang="0">
                    <a:pos x="T2" y="T3"/>
                  </a:cxn>
                  <a:cxn ang="0">
                    <a:pos x="T4" y="T5"/>
                  </a:cxn>
                  <a:cxn ang="0">
                    <a:pos x="T6" y="T7"/>
                  </a:cxn>
                  <a:cxn ang="0">
                    <a:pos x="T8" y="T9"/>
                  </a:cxn>
                </a:cxnLst>
                <a:rect l="0" t="0" r="r" b="b"/>
                <a:pathLst>
                  <a:path w="423" h="332">
                    <a:moveTo>
                      <a:pt x="265" y="0"/>
                    </a:moveTo>
                    <a:lnTo>
                      <a:pt x="423" y="166"/>
                    </a:lnTo>
                    <a:lnTo>
                      <a:pt x="265" y="332"/>
                    </a:lnTo>
                    <a:moveTo>
                      <a:pt x="408" y="166"/>
                    </a:moveTo>
                    <a:lnTo>
                      <a:pt x="0" y="166"/>
                    </a:lnTo>
                  </a:path>
                </a:pathLst>
              </a:custGeom>
              <a:noFill/>
              <a:ln w="6350" cap="sq">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14" name="Reload Button" descr="&lt;SmartSettings&gt;&lt;SmartResize anchorLeft=&quot;Absolute&quot; anchorTop=&quot;Absolute&quot; anchorRight=&quot;None&quot; anchorBottom=&quot;None&quot; /&gt;&lt;/SmartSettings&gt;"/>
              <p:cNvSpPr>
                <a:spLocks noChangeAspect="1" noEditPoints="1"/>
              </p:cNvSpPr>
              <p:nvPr>
                <p:custDataLst>
                  <p:tags r:id="rId10"/>
                </p:custDataLst>
              </p:nvPr>
            </p:nvSpPr>
            <p:spPr bwMode="auto">
              <a:xfrm>
                <a:off x="961811" y="1437706"/>
                <a:ext cx="95516" cy="110078"/>
              </a:xfrm>
              <a:custGeom>
                <a:avLst/>
                <a:gdLst>
                  <a:gd name="T0" fmla="*/ 441 w 441"/>
                  <a:gd name="T1" fmla="*/ 7 h 474"/>
                  <a:gd name="T2" fmla="*/ 441 w 441"/>
                  <a:gd name="T3" fmla="*/ 144 h 474"/>
                  <a:gd name="T4" fmla="*/ 296 w 441"/>
                  <a:gd name="T5" fmla="*/ 144 h 474"/>
                  <a:gd name="T6" fmla="*/ 438 w 441"/>
                  <a:gd name="T7" fmla="*/ 309 h 474"/>
                  <a:gd name="T8" fmla="*/ 166 w 441"/>
                  <a:gd name="T9" fmla="*/ 434 h 474"/>
                  <a:gd name="T10" fmla="*/ 41 w 441"/>
                  <a:gd name="T11" fmla="*/ 162 h 474"/>
                  <a:gd name="T12" fmla="*/ 313 w 441"/>
                  <a:gd name="T13" fmla="*/ 37 h 474"/>
                  <a:gd name="T14" fmla="*/ 428 w 441"/>
                  <a:gd name="T15" fmla="*/ 139 h 4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1" h="474">
                    <a:moveTo>
                      <a:pt x="441" y="7"/>
                    </a:moveTo>
                    <a:lnTo>
                      <a:pt x="441" y="144"/>
                    </a:lnTo>
                    <a:lnTo>
                      <a:pt x="296" y="144"/>
                    </a:lnTo>
                    <a:moveTo>
                      <a:pt x="438" y="309"/>
                    </a:moveTo>
                    <a:cubicBezTo>
                      <a:pt x="397" y="418"/>
                      <a:pt x="276" y="474"/>
                      <a:pt x="166" y="434"/>
                    </a:cubicBezTo>
                    <a:cubicBezTo>
                      <a:pt x="56" y="393"/>
                      <a:pt x="0" y="271"/>
                      <a:pt x="41" y="162"/>
                    </a:cubicBezTo>
                    <a:cubicBezTo>
                      <a:pt x="82" y="52"/>
                      <a:pt x="202" y="0"/>
                      <a:pt x="313" y="37"/>
                    </a:cubicBezTo>
                    <a:cubicBezTo>
                      <a:pt x="357" y="51"/>
                      <a:pt x="398" y="91"/>
                      <a:pt x="428" y="139"/>
                    </a:cubicBezTo>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grpSp>
      </p:grpSp>
      <p:grpSp>
        <p:nvGrpSpPr>
          <p:cNvPr id="70" name="Jumbotron Example"/>
          <p:cNvGrpSpPr/>
          <p:nvPr/>
        </p:nvGrpSpPr>
        <p:grpSpPr>
          <a:xfrm>
            <a:off x="1394308" y="621626"/>
            <a:ext cx="9239257" cy="6042755"/>
            <a:chOff x="1476371" y="363604"/>
            <a:chExt cx="9239257" cy="6130793"/>
          </a:xfrm>
        </p:grpSpPr>
        <p:sp>
          <p:nvSpPr>
            <p:cNvPr id="71" name="Navbar Shape"/>
            <p:cNvSpPr/>
            <p:nvPr/>
          </p:nvSpPr>
          <p:spPr>
            <a:xfrm>
              <a:off x="1476372" y="363604"/>
              <a:ext cx="9239256" cy="495300"/>
            </a:xfrm>
            <a:prstGeom prst="roundRect">
              <a:avLst>
                <a:gd name="adj" fmla="val 0"/>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28016" tIns="45720" rIns="128016"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400" dirty="0" smtClean="0">
                  <a:solidFill>
                    <a:srgbClr val="5F5F5F"/>
                  </a:solidFill>
                  <a:latin typeface="Segoe UI" panose="020B0502040204020203" pitchFamily="34" charset="0"/>
                  <a:cs typeface="Segoe UI" panose="020B0502040204020203" pitchFamily="34" charset="0"/>
                </a:rPr>
                <a:t>Log </a:t>
              </a:r>
              <a:r>
                <a:rPr lang="en-US" sz="1400" dirty="0" err="1" smtClean="0">
                  <a:solidFill>
                    <a:srgbClr val="5F5F5F"/>
                  </a:solidFill>
                  <a:latin typeface="Segoe UI" panose="020B0502040204020203" pitchFamily="34" charset="0"/>
                  <a:cs typeface="Segoe UI" panose="020B0502040204020203" pitchFamily="34" charset="0"/>
                </a:rPr>
                <a:t>Ind</a:t>
              </a:r>
              <a:r>
                <a:rPr lang="en-US" sz="1400" dirty="0" smtClean="0">
                  <a:solidFill>
                    <a:srgbClr val="5F5F5F"/>
                  </a:solidFill>
                  <a:latin typeface="Segoe UI" panose="020B0502040204020203" pitchFamily="34" charset="0"/>
                  <a:cs typeface="Segoe UI" panose="020B0502040204020203" pitchFamily="34" charset="0"/>
                </a:rPr>
                <a:t> </a:t>
              </a:r>
              <a:r>
                <a:rPr lang="en-US" sz="1400" dirty="0" err="1" smtClean="0">
                  <a:solidFill>
                    <a:srgbClr val="5F5F5F"/>
                  </a:solidFill>
                  <a:latin typeface="Segoe UI" panose="020B0502040204020203" pitchFamily="34" charset="0"/>
                  <a:cs typeface="Segoe UI" panose="020B0502040204020203" pitchFamily="34" charset="0"/>
                </a:rPr>
                <a:t>Forside</a:t>
              </a:r>
              <a:endParaRPr lang="en-US" sz="1400" dirty="0" smtClean="0">
                <a:solidFill>
                  <a:srgbClr val="5F5F5F"/>
                </a:solidFill>
                <a:latin typeface="Segoe UI" panose="020B0502040204020203" pitchFamily="34" charset="0"/>
                <a:cs typeface="Segoe UI" panose="020B0502040204020203" pitchFamily="34" charset="0"/>
              </a:endParaRPr>
            </a:p>
          </p:txBody>
        </p:sp>
        <p:sp>
          <p:nvSpPr>
            <p:cNvPr id="73" name="Button"/>
            <p:cNvSpPr/>
            <p:nvPr/>
          </p:nvSpPr>
          <p:spPr>
            <a:xfrm>
              <a:off x="8558637" y="453723"/>
              <a:ext cx="2145139" cy="315063"/>
            </a:xfrm>
            <a:prstGeom prst="roundRect">
              <a:avLst>
                <a:gd name="adj" fmla="val 11182"/>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64008" rIns="91440"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dirty="0" err="1" smtClean="0">
                  <a:solidFill>
                    <a:srgbClr val="5F5F5F"/>
                  </a:solidFill>
                  <a:latin typeface="Segoe UI" panose="020B0502040204020203" pitchFamily="34" charset="0"/>
                  <a:cs typeface="Segoe UI" panose="020B0502040204020203" pitchFamily="34" charset="0"/>
                </a:rPr>
                <a:t>Velkommen</a:t>
              </a:r>
              <a:r>
                <a:rPr lang="en-US" sz="1050" dirty="0">
                  <a:solidFill>
                    <a:srgbClr val="5F5F5F"/>
                  </a:solidFill>
                  <a:latin typeface="Segoe UI" panose="020B0502040204020203" pitchFamily="34" charset="0"/>
                  <a:cs typeface="Segoe UI" panose="020B0502040204020203" pitchFamily="34" charset="0"/>
                </a:rPr>
                <a:t> </a:t>
              </a:r>
              <a:r>
                <a:rPr lang="en-US" sz="1050" dirty="0" err="1" smtClean="0">
                  <a:solidFill>
                    <a:srgbClr val="5F5F5F"/>
                  </a:solidFill>
                  <a:latin typeface="Segoe UI" panose="020B0502040204020203" pitchFamily="34" charset="0"/>
                  <a:cs typeface="Segoe UI" panose="020B0502040204020203" pitchFamily="34" charset="0"/>
                </a:rPr>
                <a:t>Administrativ</a:t>
              </a:r>
              <a:r>
                <a:rPr lang="en-US" sz="1050" dirty="0" smtClean="0">
                  <a:solidFill>
                    <a:srgbClr val="5F5F5F"/>
                  </a:solidFill>
                  <a:latin typeface="Segoe UI" panose="020B0502040204020203" pitchFamily="34" charset="0"/>
                  <a:cs typeface="Segoe UI" panose="020B0502040204020203" pitchFamily="34" charset="0"/>
                </a:rPr>
                <a:t> </a:t>
              </a:r>
              <a:r>
                <a:rPr lang="en-US" sz="1050" dirty="0" err="1" smtClean="0">
                  <a:solidFill>
                    <a:srgbClr val="5F5F5F"/>
                  </a:solidFill>
                  <a:latin typeface="Segoe UI" panose="020B0502040204020203" pitchFamily="34" charset="0"/>
                  <a:cs typeface="Segoe UI" panose="020B0502040204020203" pitchFamily="34" charset="0"/>
                </a:rPr>
                <a:t>Bruger</a:t>
              </a:r>
              <a:endParaRPr lang="en-US" sz="1050" dirty="0" smtClean="0">
                <a:solidFill>
                  <a:srgbClr val="5F5F5F"/>
                </a:solidFill>
                <a:latin typeface="Segoe UI" panose="020B0502040204020203" pitchFamily="34" charset="0"/>
                <a:cs typeface="Segoe UI" panose="020B0502040204020203" pitchFamily="34" charset="0"/>
              </a:endParaRPr>
            </a:p>
          </p:txBody>
        </p:sp>
        <p:sp>
          <p:nvSpPr>
            <p:cNvPr id="89" name="Jumbotron"/>
            <p:cNvSpPr/>
            <p:nvPr/>
          </p:nvSpPr>
          <p:spPr>
            <a:xfrm>
              <a:off x="1476371" y="1439397"/>
              <a:ext cx="9239256" cy="2255367"/>
            </a:xfrm>
            <a:prstGeom prst="roundRect">
              <a:avLst>
                <a:gd name="adj" fmla="val 2079"/>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548640" tIns="274320" rIns="548640" bIns="2743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spcAft>
                  <a:spcPts val="1200"/>
                </a:spcAft>
              </a:pPr>
              <a:r>
                <a:rPr lang="en-US" sz="4600" dirty="0" err="1" smtClean="0">
                  <a:solidFill>
                    <a:srgbClr val="5F5F5F"/>
                  </a:solidFill>
                  <a:latin typeface="Segoe UI" panose="020B0502040204020203" pitchFamily="34" charset="0"/>
                  <a:cs typeface="Segoe UI" panose="020B0502040204020203" pitchFamily="34" charset="0"/>
                </a:rPr>
                <a:t>Administrativ</a:t>
              </a:r>
              <a:r>
                <a:rPr lang="en-US" sz="4600" dirty="0" smtClean="0">
                  <a:solidFill>
                    <a:srgbClr val="5F5F5F"/>
                  </a:solidFill>
                  <a:latin typeface="Segoe UI" panose="020B0502040204020203" pitchFamily="34" charset="0"/>
                  <a:cs typeface="Segoe UI" panose="020B0502040204020203" pitchFamily="34" charset="0"/>
                </a:rPr>
                <a:t> side</a:t>
              </a:r>
            </a:p>
          </p:txBody>
        </p:sp>
        <p:sp>
          <p:nvSpPr>
            <p:cNvPr id="76" name="h2"/>
            <p:cNvSpPr txBox="1"/>
            <p:nvPr/>
          </p:nvSpPr>
          <p:spPr>
            <a:xfrm>
              <a:off x="1615609" y="3975541"/>
              <a:ext cx="3171381" cy="343486"/>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dirty="0" err="1" smtClean="0">
                  <a:solidFill>
                    <a:srgbClr val="5F5F5F"/>
                  </a:solidFill>
                  <a:latin typeface="Segoe UI Semibold" panose="020B0702040204020203" pitchFamily="34" charset="0"/>
                  <a:cs typeface="Segoe UI Semibold" panose="020B0702040204020203" pitchFamily="34" charset="0"/>
                </a:rPr>
                <a:t>Opret</a:t>
              </a:r>
              <a:r>
                <a:rPr lang="en-US" sz="2200" dirty="0" smtClean="0">
                  <a:solidFill>
                    <a:srgbClr val="5F5F5F"/>
                  </a:solidFill>
                  <a:latin typeface="Segoe UI Semibold" panose="020B0702040204020203" pitchFamily="34" charset="0"/>
                  <a:cs typeface="Segoe UI Semibold" panose="020B0702040204020203" pitchFamily="34" charset="0"/>
                </a:rPr>
                <a:t> </a:t>
              </a:r>
              <a:r>
                <a:rPr lang="en-US" sz="2200" dirty="0" err="1" smtClean="0">
                  <a:solidFill>
                    <a:srgbClr val="5F5F5F"/>
                  </a:solidFill>
                  <a:latin typeface="Segoe UI Semibold" panose="020B0702040204020203" pitchFamily="34" charset="0"/>
                  <a:cs typeface="Segoe UI Semibold" panose="020B0702040204020203" pitchFamily="34" charset="0"/>
                </a:rPr>
                <a:t>Ny</a:t>
              </a:r>
              <a:r>
                <a:rPr lang="en-US" sz="2200" dirty="0" smtClean="0">
                  <a:solidFill>
                    <a:srgbClr val="5F5F5F"/>
                  </a:solidFill>
                  <a:latin typeface="Segoe UI Semibold" panose="020B0702040204020203" pitchFamily="34" charset="0"/>
                  <a:cs typeface="Segoe UI Semibold" panose="020B0702040204020203" pitchFamily="34" charset="0"/>
                </a:rPr>
                <a:t> Side (</a:t>
              </a:r>
              <a:r>
                <a:rPr lang="en-US" sz="2200" dirty="0" err="1" smtClean="0">
                  <a:solidFill>
                    <a:srgbClr val="5F5F5F"/>
                  </a:solidFill>
                  <a:latin typeface="Segoe UI Semibold" panose="020B0702040204020203" pitchFamily="34" charset="0"/>
                  <a:cs typeface="Segoe UI Semibold" panose="020B0702040204020203" pitchFamily="34" charset="0"/>
                </a:rPr>
                <a:t>Kategori</a:t>
              </a:r>
              <a:r>
                <a:rPr lang="en-US" sz="2200" dirty="0" smtClean="0">
                  <a:solidFill>
                    <a:srgbClr val="5F5F5F"/>
                  </a:solidFill>
                  <a:latin typeface="Segoe UI Semibold" panose="020B0702040204020203" pitchFamily="34" charset="0"/>
                  <a:cs typeface="Segoe UI Semibold" panose="020B0702040204020203" pitchFamily="34" charset="0"/>
                </a:rPr>
                <a:t>)</a:t>
              </a:r>
            </a:p>
          </p:txBody>
        </p:sp>
        <p:sp>
          <p:nvSpPr>
            <p:cNvPr id="77" name="Body Copy"/>
            <p:cNvSpPr txBox="1"/>
            <p:nvPr/>
          </p:nvSpPr>
          <p:spPr>
            <a:xfrm>
              <a:off x="1624987" y="4375803"/>
              <a:ext cx="2788262" cy="184624"/>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endParaRPr lang="en-US" sz="1050" noProof="1" smtClean="0">
                <a:solidFill>
                  <a:srgbClr val="5F5F5F"/>
                </a:solidFill>
                <a:latin typeface="Segoe UI" panose="020B0502040204020203" pitchFamily="34" charset="0"/>
                <a:cs typeface="Segoe UI" panose="020B0502040204020203" pitchFamily="34" charset="0"/>
              </a:endParaRPr>
            </a:p>
          </p:txBody>
        </p:sp>
        <p:sp>
          <p:nvSpPr>
            <p:cNvPr id="78" name="Button"/>
            <p:cNvSpPr/>
            <p:nvPr/>
          </p:nvSpPr>
          <p:spPr>
            <a:xfrm>
              <a:off x="1624987" y="4407006"/>
              <a:ext cx="1097671" cy="315063"/>
            </a:xfrm>
            <a:prstGeom prst="roundRect">
              <a:avLst>
                <a:gd name="adj" fmla="val 11182"/>
              </a:avLst>
            </a:prstGeom>
            <a:solidFill>
              <a:schemeClr val="accent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64008" rIns="91440"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dirty="0" err="1" smtClean="0">
                  <a:solidFill>
                    <a:srgbClr val="5F5F5F"/>
                  </a:solidFill>
                  <a:latin typeface="Segoe UI" panose="020B0502040204020203" pitchFamily="34" charset="0"/>
                  <a:cs typeface="Segoe UI" panose="020B0502040204020203" pitchFamily="34" charset="0"/>
                </a:rPr>
                <a:t>Opret</a:t>
              </a:r>
              <a:r>
                <a:rPr lang="en-US" sz="1050" dirty="0" smtClean="0">
                  <a:solidFill>
                    <a:srgbClr val="5F5F5F"/>
                  </a:solidFill>
                  <a:latin typeface="Segoe UI" panose="020B0502040204020203" pitchFamily="34" charset="0"/>
                  <a:cs typeface="Segoe UI" panose="020B0502040204020203" pitchFamily="34" charset="0"/>
                </a:rPr>
                <a:t> </a:t>
              </a:r>
              <a:r>
                <a:rPr lang="en-US" sz="1050" dirty="0" err="1" smtClean="0">
                  <a:solidFill>
                    <a:srgbClr val="5F5F5F"/>
                  </a:solidFill>
                  <a:latin typeface="Segoe UI" panose="020B0502040204020203" pitchFamily="34" charset="0"/>
                  <a:cs typeface="Segoe UI" panose="020B0502040204020203" pitchFamily="34" charset="0"/>
                </a:rPr>
                <a:t>Ny</a:t>
              </a:r>
              <a:r>
                <a:rPr lang="en-US" sz="1050" dirty="0" smtClean="0">
                  <a:solidFill>
                    <a:srgbClr val="5F5F5F"/>
                  </a:solidFill>
                  <a:latin typeface="Segoe UI" panose="020B0502040204020203" pitchFamily="34" charset="0"/>
                  <a:cs typeface="Segoe UI" panose="020B0502040204020203" pitchFamily="34" charset="0"/>
                </a:rPr>
                <a:t> Side»</a:t>
              </a:r>
            </a:p>
          </p:txBody>
        </p:sp>
        <p:sp>
          <p:nvSpPr>
            <p:cNvPr id="79" name="h2"/>
            <p:cNvSpPr txBox="1"/>
            <p:nvPr/>
          </p:nvSpPr>
          <p:spPr>
            <a:xfrm>
              <a:off x="5971018" y="3972049"/>
              <a:ext cx="2372637" cy="343486"/>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dirty="0" err="1" smtClean="0">
                  <a:solidFill>
                    <a:srgbClr val="5F5F5F"/>
                  </a:solidFill>
                  <a:latin typeface="Segoe UI Semibold" panose="020B0702040204020203" pitchFamily="34" charset="0"/>
                  <a:cs typeface="Segoe UI Semibold" panose="020B0702040204020203" pitchFamily="34" charset="0"/>
                </a:rPr>
                <a:t>Opret</a:t>
              </a:r>
              <a:r>
                <a:rPr lang="en-US" sz="2200" dirty="0" smtClean="0">
                  <a:solidFill>
                    <a:srgbClr val="5F5F5F"/>
                  </a:solidFill>
                  <a:latin typeface="Segoe UI Semibold" panose="020B0702040204020203" pitchFamily="34" charset="0"/>
                  <a:cs typeface="Segoe UI Semibold" panose="020B0702040204020203" pitchFamily="34" charset="0"/>
                </a:rPr>
                <a:t> </a:t>
              </a:r>
              <a:r>
                <a:rPr lang="en-US" sz="2200" dirty="0" err="1" smtClean="0">
                  <a:solidFill>
                    <a:srgbClr val="5F5F5F"/>
                  </a:solidFill>
                  <a:latin typeface="Segoe UI Semibold" panose="020B0702040204020203" pitchFamily="34" charset="0"/>
                  <a:cs typeface="Segoe UI Semibold" panose="020B0702040204020203" pitchFamily="34" charset="0"/>
                </a:rPr>
                <a:t>Nyt</a:t>
              </a:r>
              <a:r>
                <a:rPr lang="en-US" sz="2200" dirty="0" smtClean="0">
                  <a:solidFill>
                    <a:srgbClr val="5F5F5F"/>
                  </a:solidFill>
                  <a:latin typeface="Segoe UI Semibold" panose="020B0702040204020203" pitchFamily="34" charset="0"/>
                  <a:cs typeface="Segoe UI Semibold" panose="020B0702040204020203" pitchFamily="34" charset="0"/>
                </a:rPr>
                <a:t> </a:t>
              </a:r>
              <a:r>
                <a:rPr lang="en-US" sz="2200" dirty="0" err="1" smtClean="0">
                  <a:solidFill>
                    <a:srgbClr val="5F5F5F"/>
                  </a:solidFill>
                  <a:latin typeface="Segoe UI Semibold" panose="020B0702040204020203" pitchFamily="34" charset="0"/>
                  <a:cs typeface="Segoe UI Semibold" panose="020B0702040204020203" pitchFamily="34" charset="0"/>
                </a:rPr>
                <a:t>Produkt</a:t>
              </a:r>
              <a:endParaRPr lang="en-US" sz="2200" dirty="0" smtClean="0">
                <a:solidFill>
                  <a:srgbClr val="5F5F5F"/>
                </a:solidFill>
                <a:latin typeface="Segoe UI Semibold" panose="020B0702040204020203" pitchFamily="34" charset="0"/>
                <a:cs typeface="Segoe UI Semibold" panose="020B0702040204020203" pitchFamily="34" charset="0"/>
              </a:endParaRPr>
            </a:p>
          </p:txBody>
        </p:sp>
        <p:sp>
          <p:nvSpPr>
            <p:cNvPr id="81" name="Button"/>
            <p:cNvSpPr/>
            <p:nvPr/>
          </p:nvSpPr>
          <p:spPr>
            <a:xfrm>
              <a:off x="5971018" y="4401316"/>
              <a:ext cx="1359869" cy="315063"/>
            </a:xfrm>
            <a:prstGeom prst="roundRect">
              <a:avLst>
                <a:gd name="adj" fmla="val 11182"/>
              </a:avLst>
            </a:prstGeom>
            <a:solidFill>
              <a:schemeClr val="accent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64008" rIns="91440"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dirty="0" err="1" smtClean="0">
                  <a:solidFill>
                    <a:srgbClr val="5F5F5F"/>
                  </a:solidFill>
                  <a:latin typeface="Segoe UI" panose="020B0502040204020203" pitchFamily="34" charset="0"/>
                  <a:cs typeface="Segoe UI" panose="020B0502040204020203" pitchFamily="34" charset="0"/>
                </a:rPr>
                <a:t>Opret</a:t>
              </a:r>
              <a:r>
                <a:rPr lang="en-US" sz="1050" dirty="0" smtClean="0">
                  <a:solidFill>
                    <a:srgbClr val="5F5F5F"/>
                  </a:solidFill>
                  <a:latin typeface="Segoe UI" panose="020B0502040204020203" pitchFamily="34" charset="0"/>
                  <a:cs typeface="Segoe UI" panose="020B0502040204020203" pitchFamily="34" charset="0"/>
                </a:rPr>
                <a:t> </a:t>
              </a:r>
              <a:r>
                <a:rPr lang="en-US" sz="1050" dirty="0" err="1" smtClean="0">
                  <a:solidFill>
                    <a:srgbClr val="5F5F5F"/>
                  </a:solidFill>
                  <a:latin typeface="Segoe UI" panose="020B0502040204020203" pitchFamily="34" charset="0"/>
                  <a:cs typeface="Segoe UI" panose="020B0502040204020203" pitchFamily="34" charset="0"/>
                </a:rPr>
                <a:t>Nyt</a:t>
              </a:r>
              <a:r>
                <a:rPr lang="en-US" sz="1050" dirty="0" smtClean="0">
                  <a:solidFill>
                    <a:srgbClr val="5F5F5F"/>
                  </a:solidFill>
                  <a:latin typeface="Segoe UI" panose="020B0502040204020203" pitchFamily="34" charset="0"/>
                  <a:cs typeface="Segoe UI" panose="020B0502040204020203" pitchFamily="34" charset="0"/>
                </a:rPr>
                <a:t> </a:t>
              </a:r>
              <a:r>
                <a:rPr lang="en-US" sz="1050" dirty="0" err="1" smtClean="0">
                  <a:solidFill>
                    <a:srgbClr val="5F5F5F"/>
                  </a:solidFill>
                  <a:latin typeface="Segoe UI" panose="020B0502040204020203" pitchFamily="34" charset="0"/>
                  <a:cs typeface="Segoe UI" panose="020B0502040204020203" pitchFamily="34" charset="0"/>
                </a:rPr>
                <a:t>Produkt</a:t>
              </a:r>
              <a:r>
                <a:rPr lang="en-US" sz="1050" dirty="0" smtClean="0">
                  <a:solidFill>
                    <a:srgbClr val="5F5F5F"/>
                  </a:solidFill>
                  <a:latin typeface="Segoe UI" panose="020B0502040204020203" pitchFamily="34" charset="0"/>
                  <a:cs typeface="Segoe UI" panose="020B0502040204020203" pitchFamily="34" charset="0"/>
                </a:rPr>
                <a:t>»</a:t>
              </a:r>
              <a:endParaRPr lang="en-US" sz="1050" dirty="0">
                <a:solidFill>
                  <a:srgbClr val="5F5F5F"/>
                </a:solidFill>
                <a:latin typeface="Segoe UI" panose="020B0502040204020203" pitchFamily="34" charset="0"/>
                <a:cs typeface="Segoe UI" panose="020B0502040204020203" pitchFamily="34" charset="0"/>
              </a:endParaRPr>
            </a:p>
          </p:txBody>
        </p:sp>
        <p:cxnSp>
          <p:nvCxnSpPr>
            <p:cNvPr id="85" name="Line"/>
            <p:cNvCxnSpPr/>
            <p:nvPr/>
          </p:nvCxnSpPr>
          <p:spPr>
            <a:xfrm>
              <a:off x="1476372" y="858904"/>
              <a:ext cx="9239256" cy="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grpSp>
          <p:nvGrpSpPr>
            <p:cNvPr id="86" name="Footer"/>
            <p:cNvGrpSpPr/>
            <p:nvPr/>
          </p:nvGrpSpPr>
          <p:grpSpPr>
            <a:xfrm>
              <a:off x="1476372" y="6239350"/>
              <a:ext cx="9239256" cy="255047"/>
              <a:chOff x="1476372" y="6239350"/>
              <a:chExt cx="9239256" cy="255047"/>
            </a:xfrm>
          </p:grpSpPr>
          <p:cxnSp>
            <p:nvCxnSpPr>
              <p:cNvPr id="87" name="Line"/>
              <p:cNvCxnSpPr/>
              <p:nvPr/>
            </p:nvCxnSpPr>
            <p:spPr>
              <a:xfrm>
                <a:off x="1476372" y="6239350"/>
                <a:ext cx="9239256" cy="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88" name="Copyright"/>
              <p:cNvSpPr txBox="1"/>
              <p:nvPr/>
            </p:nvSpPr>
            <p:spPr>
              <a:xfrm>
                <a:off x="1624987" y="6292419"/>
                <a:ext cx="724557" cy="201978"/>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r>
                  <a:rPr lang="en-US" sz="1050" noProof="1">
                    <a:solidFill>
                      <a:srgbClr val="5F5F5F"/>
                    </a:solidFill>
                    <a:latin typeface="Segoe UI" panose="020B0502040204020203" pitchFamily="34" charset="0"/>
                    <a:cs typeface="Segoe UI" panose="020B0502040204020203" pitchFamily="34" charset="0"/>
                  </a:rPr>
                  <a:t>© Company</a:t>
                </a:r>
                <a:endParaRPr lang="en-US" sz="1050" noProof="1" smtClean="0">
                  <a:solidFill>
                    <a:srgbClr val="5F5F5F"/>
                  </a:solidFill>
                  <a:latin typeface="Segoe UI" panose="020B0502040204020203" pitchFamily="34" charset="0"/>
                  <a:cs typeface="Segoe UI" panose="020B0502040204020203" pitchFamily="34" charset="0"/>
                </a:endParaRPr>
              </a:p>
            </p:txBody>
          </p:sp>
        </p:grpSp>
      </p:grpSp>
      <p:sp>
        <p:nvSpPr>
          <p:cNvPr id="91" name="Breadcrumbs"/>
          <p:cNvSpPr/>
          <p:nvPr/>
        </p:nvSpPr>
        <p:spPr>
          <a:xfrm>
            <a:off x="1394308" y="1201675"/>
            <a:ext cx="9239256" cy="362652"/>
          </a:xfrm>
          <a:prstGeom prst="roundRect">
            <a:avLst>
              <a:gd name="adj" fmla="val 10538"/>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0584" tIns="82296" rIns="100584" bIns="82296"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50" dirty="0" err="1" smtClean="0">
                <a:solidFill>
                  <a:srgbClr val="5B9BD5"/>
                </a:solidFill>
                <a:latin typeface="Segoe UI" panose="020B0502040204020203" pitchFamily="34" charset="0"/>
                <a:cs typeface="Segoe UI" panose="020B0502040204020203" pitchFamily="34" charset="0"/>
              </a:rPr>
              <a:t>Forside</a:t>
            </a:r>
            <a:r>
              <a:rPr lang="en-US" sz="1050" dirty="0" smtClean="0">
                <a:solidFill>
                  <a:srgbClr val="5F5F5F"/>
                </a:solidFill>
                <a:latin typeface="Segoe UI" panose="020B0502040204020203" pitchFamily="34" charset="0"/>
                <a:cs typeface="Segoe UI" panose="020B0502040204020203" pitchFamily="34" charset="0"/>
              </a:rPr>
              <a:t>  </a:t>
            </a:r>
            <a:r>
              <a:rPr lang="en-US" sz="1050" dirty="0" smtClean="0">
                <a:solidFill>
                  <a:schemeClr val="tx1"/>
                </a:solidFill>
                <a:latin typeface="Segoe UI" panose="020B0502040204020203" pitchFamily="34" charset="0"/>
                <a:cs typeface="Segoe UI" panose="020B0502040204020203" pitchFamily="34" charset="0"/>
              </a:rPr>
              <a:t>/</a:t>
            </a:r>
            <a:r>
              <a:rPr lang="en-US" sz="1050" dirty="0" smtClean="0">
                <a:solidFill>
                  <a:srgbClr val="5F5F5F"/>
                </a:solidFill>
                <a:latin typeface="Segoe UI" panose="020B0502040204020203" pitchFamily="34" charset="0"/>
                <a:cs typeface="Segoe UI" panose="020B0502040204020203" pitchFamily="34" charset="0"/>
              </a:rPr>
              <a:t>  </a:t>
            </a:r>
            <a:r>
              <a:rPr lang="en-US" sz="1050" dirty="0" err="1" smtClean="0">
                <a:solidFill>
                  <a:srgbClr val="5B9BD5"/>
                </a:solidFill>
                <a:latin typeface="Segoe UI" panose="020B0502040204020203" pitchFamily="34" charset="0"/>
                <a:cs typeface="Segoe UI" panose="020B0502040204020203" pitchFamily="34" charset="0"/>
              </a:rPr>
              <a:t>Kategorier</a:t>
            </a:r>
            <a:r>
              <a:rPr lang="en-US" sz="1050" dirty="0" smtClean="0">
                <a:solidFill>
                  <a:srgbClr val="5F5F5F"/>
                </a:solidFill>
                <a:latin typeface="Segoe UI" panose="020B0502040204020203" pitchFamily="34" charset="0"/>
                <a:cs typeface="Segoe UI" panose="020B0502040204020203" pitchFamily="34" charset="0"/>
              </a:rPr>
              <a:t>  </a:t>
            </a:r>
            <a:r>
              <a:rPr lang="en-US" sz="1050" dirty="0" smtClean="0">
                <a:solidFill>
                  <a:schemeClr val="tx1"/>
                </a:solidFill>
                <a:latin typeface="Segoe UI" panose="020B0502040204020203" pitchFamily="34" charset="0"/>
                <a:cs typeface="Segoe UI" panose="020B0502040204020203" pitchFamily="34" charset="0"/>
              </a:rPr>
              <a:t>/</a:t>
            </a:r>
            <a:r>
              <a:rPr lang="en-US" sz="1050" dirty="0" smtClean="0">
                <a:solidFill>
                  <a:srgbClr val="5F5F5F"/>
                </a:solidFill>
                <a:latin typeface="Segoe UI" panose="020B0502040204020203" pitchFamily="34" charset="0"/>
                <a:cs typeface="Segoe UI" panose="020B0502040204020203" pitchFamily="34" charset="0"/>
              </a:rPr>
              <a:t>  </a:t>
            </a:r>
            <a:r>
              <a:rPr lang="en-US" sz="1050" dirty="0" err="1" smtClean="0">
                <a:solidFill>
                  <a:schemeClr val="accent1"/>
                </a:solidFill>
                <a:latin typeface="Segoe UI" panose="020B0502040204020203" pitchFamily="34" charset="0"/>
                <a:cs typeface="Segoe UI" panose="020B0502040204020203" pitchFamily="34" charset="0"/>
              </a:rPr>
              <a:t>Kurv</a:t>
            </a:r>
            <a:r>
              <a:rPr lang="en-US" sz="1050" dirty="0" smtClean="0">
                <a:solidFill>
                  <a:schemeClr val="accent1"/>
                </a:solidFill>
                <a:latin typeface="Segoe UI" panose="020B0502040204020203" pitchFamily="34" charset="0"/>
                <a:cs typeface="Segoe UI" panose="020B0502040204020203" pitchFamily="34" charset="0"/>
              </a:rPr>
              <a:t>  </a:t>
            </a:r>
            <a:r>
              <a:rPr lang="en-US" sz="1050" dirty="0" smtClean="0">
                <a:solidFill>
                  <a:schemeClr val="tx1"/>
                </a:solidFill>
                <a:latin typeface="Segoe UI" panose="020B0502040204020203" pitchFamily="34" charset="0"/>
                <a:cs typeface="Segoe UI" panose="020B0502040204020203" pitchFamily="34" charset="0"/>
              </a:rPr>
              <a:t>/</a:t>
            </a:r>
            <a:r>
              <a:rPr lang="en-US" sz="1050" dirty="0" smtClean="0">
                <a:solidFill>
                  <a:schemeClr val="accent1"/>
                </a:solidFill>
                <a:latin typeface="Segoe UI" panose="020B0502040204020203" pitchFamily="34" charset="0"/>
                <a:cs typeface="Segoe UI" panose="020B0502040204020203" pitchFamily="34" charset="0"/>
              </a:rPr>
              <a:t>  </a:t>
            </a:r>
            <a:r>
              <a:rPr lang="en-US" sz="1050" dirty="0" err="1" smtClean="0">
                <a:solidFill>
                  <a:schemeClr val="accent1"/>
                </a:solidFill>
                <a:latin typeface="Segoe UI" panose="020B0502040204020203" pitchFamily="34" charset="0"/>
                <a:cs typeface="Segoe UI" panose="020B0502040204020203" pitchFamily="34" charset="0"/>
              </a:rPr>
              <a:t>Administrativ</a:t>
            </a:r>
            <a:r>
              <a:rPr lang="en-US" sz="1050" dirty="0" smtClean="0">
                <a:solidFill>
                  <a:schemeClr val="accent1"/>
                </a:solidFill>
                <a:latin typeface="Segoe UI" panose="020B0502040204020203" pitchFamily="34" charset="0"/>
                <a:cs typeface="Segoe UI" panose="020B0502040204020203" pitchFamily="34" charset="0"/>
              </a:rPr>
              <a:t> Side</a:t>
            </a:r>
          </a:p>
        </p:txBody>
      </p:sp>
    </p:spTree>
    <p:extLst>
      <p:ext uri="{BB962C8B-B14F-4D97-AF65-F5344CB8AC3E}">
        <p14:creationId xmlns:p14="http://schemas.microsoft.com/office/powerpoint/2010/main" val="22746091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Browser" descr="&lt;SmartSettings&gt;&lt;SmartResize enabled=&quot;True&quot; minWidth=&quot;140&quot; minHeight=&quot;50&quot; /&gt;&lt;/SmartSettings&gt;"/>
          <p:cNvGrpSpPr/>
          <p:nvPr>
            <p:custDataLst>
              <p:tags r:id="rId1"/>
            </p:custDataLst>
          </p:nvPr>
        </p:nvGrpSpPr>
        <p:grpSpPr>
          <a:xfrm>
            <a:off x="522661" y="0"/>
            <a:ext cx="11083185" cy="6842054"/>
            <a:chOff x="595685" y="1261242"/>
            <a:chExt cx="6668462" cy="4352545"/>
          </a:xfrm>
        </p:grpSpPr>
        <p:sp>
          <p:nvSpPr>
            <p:cNvPr id="54" name="Window Body" descr="&lt;SmartSettings&gt;&lt;SmartResize anchorLeft=&quot;Absolute&quot; anchorTop=&quot;Absolute&quot; anchorRight=&quot;Absolute&quot; anchorBottom=&quot;Absolute&quot; /&gt;&lt;/SmartSettings&gt;"/>
            <p:cNvSpPr/>
            <p:nvPr>
              <p:custDataLst>
                <p:tags r:id="rId2"/>
              </p:custDataLst>
            </p:nvPr>
          </p:nvSpPr>
          <p:spPr>
            <a:xfrm>
              <a:off x="595685" y="1601571"/>
              <a:ext cx="6668462" cy="4012216"/>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dirty="0">
                <a:solidFill>
                  <a:srgbClr val="5F5F5F"/>
                </a:solidFill>
                <a:latin typeface="Segoe UI" panose="020B0502040204020203" pitchFamily="34" charset="0"/>
                <a:cs typeface="Segoe UI" panose="020B0502040204020203" pitchFamily="34" charset="0"/>
              </a:endParaRPr>
            </a:p>
          </p:txBody>
        </p:sp>
        <p:sp>
          <p:nvSpPr>
            <p:cNvPr id="55" name="Title Bar" descr="&lt;SmartSettings&gt;&lt;SmartResize anchorLeft=&quot;Absolute&quot; anchorTop=&quot;Absolute&quot; anchorRight=&quot;Absolute&quot; anchorBottom=&quot;None&quot; /&gt;&lt;/SmartSettings&gt;"/>
            <p:cNvSpPr/>
            <p:nvPr>
              <p:custDataLst>
                <p:tags r:id="rId3"/>
              </p:custDataLst>
            </p:nvPr>
          </p:nvSpPr>
          <p:spPr>
            <a:xfrm>
              <a:off x="595685" y="1261242"/>
              <a:ext cx="6668461" cy="341660"/>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22860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900" dirty="0" smtClean="0">
                  <a:solidFill>
                    <a:srgbClr val="5F5F5F"/>
                  </a:solidFill>
                  <a:latin typeface="Segoe UI" panose="020B0502040204020203" pitchFamily="34" charset="0"/>
                  <a:cs typeface="Segoe UI" panose="020B0502040204020203" pitchFamily="34" charset="0"/>
                </a:rPr>
                <a:t>Browser</a:t>
              </a:r>
              <a:endParaRPr lang="en-US" sz="900" dirty="0">
                <a:solidFill>
                  <a:srgbClr val="5F5F5F"/>
                </a:solidFill>
                <a:latin typeface="Segoe UI" panose="020B0502040204020203" pitchFamily="34" charset="0"/>
                <a:cs typeface="Segoe UI" panose="020B0502040204020203" pitchFamily="34" charset="0"/>
              </a:endParaRPr>
            </a:p>
          </p:txBody>
        </p:sp>
        <p:sp>
          <p:nvSpPr>
            <p:cNvPr id="56" name="Menu Button" descr="&lt;SmartSettings&gt;&lt;SmartResize anchorLeft=&quot;None&quot; anchorTop=&quot;Absolute&quot; anchorRight=&quot;Absolute&quot; anchorBottom=&quot;None&quot; /&gt;&lt;/SmartSettings&gt;"/>
            <p:cNvSpPr>
              <a:spLocks noChangeAspect="1" noEditPoints="1"/>
            </p:cNvSpPr>
            <p:nvPr>
              <p:custDataLst>
                <p:tags r:id="rId4"/>
              </p:custDataLst>
            </p:nvPr>
          </p:nvSpPr>
          <p:spPr bwMode="auto">
            <a:xfrm>
              <a:off x="7121019" y="1456895"/>
              <a:ext cx="89785" cy="71702"/>
            </a:xfrm>
            <a:custGeom>
              <a:avLst/>
              <a:gdLst>
                <a:gd name="T0" fmla="*/ 0 w 415"/>
                <a:gd name="T1" fmla="*/ 309 h 309"/>
                <a:gd name="T2" fmla="*/ 415 w 415"/>
                <a:gd name="T3" fmla="*/ 309 h 309"/>
                <a:gd name="T4" fmla="*/ 0 w 415"/>
                <a:gd name="T5" fmla="*/ 155 h 309"/>
                <a:gd name="T6" fmla="*/ 415 w 415"/>
                <a:gd name="T7" fmla="*/ 155 h 309"/>
                <a:gd name="T8" fmla="*/ 0 w 415"/>
                <a:gd name="T9" fmla="*/ 0 h 309"/>
                <a:gd name="T10" fmla="*/ 415 w 415"/>
                <a:gd name="T11" fmla="*/ 0 h 309"/>
              </a:gdLst>
              <a:ahLst/>
              <a:cxnLst>
                <a:cxn ang="0">
                  <a:pos x="T0" y="T1"/>
                </a:cxn>
                <a:cxn ang="0">
                  <a:pos x="T2" y="T3"/>
                </a:cxn>
                <a:cxn ang="0">
                  <a:pos x="T4" y="T5"/>
                </a:cxn>
                <a:cxn ang="0">
                  <a:pos x="T6" y="T7"/>
                </a:cxn>
                <a:cxn ang="0">
                  <a:pos x="T8" y="T9"/>
                </a:cxn>
                <a:cxn ang="0">
                  <a:pos x="T10" y="T11"/>
                </a:cxn>
              </a:cxnLst>
              <a:rect l="0" t="0" r="r" b="b"/>
              <a:pathLst>
                <a:path w="415" h="309">
                  <a:moveTo>
                    <a:pt x="0" y="309"/>
                  </a:moveTo>
                  <a:lnTo>
                    <a:pt x="415" y="309"/>
                  </a:lnTo>
                  <a:moveTo>
                    <a:pt x="0" y="155"/>
                  </a:moveTo>
                  <a:lnTo>
                    <a:pt x="415" y="155"/>
                  </a:lnTo>
                  <a:moveTo>
                    <a:pt x="0" y="0"/>
                  </a:moveTo>
                  <a:lnTo>
                    <a:pt x="415" y="0"/>
                  </a:lnTo>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57" name="Close Button" descr="&lt;SmartSettings&gt;&lt;SmartResize anchorLeft=&quot;None&quot; anchorTop=&quot;Absolute&quot; anchorRight=&quot;Absolute&quot; anchorBottom=&quot;None&quot; /&gt;&lt;/SmartSettings&gt;"/>
            <p:cNvSpPr>
              <a:spLocks noEditPoints="1"/>
            </p:cNvSpPr>
            <p:nvPr>
              <p:custDataLst>
                <p:tags r:id="rId5"/>
              </p:custDataLst>
            </p:nvPr>
          </p:nvSpPr>
          <p:spPr bwMode="auto">
            <a:xfrm>
              <a:off x="7137262" y="1306565"/>
              <a:ext cx="59220" cy="60593"/>
            </a:xfrm>
            <a:custGeom>
              <a:avLst/>
              <a:gdLst>
                <a:gd name="T0" fmla="*/ 254 w 254"/>
                <a:gd name="T1" fmla="*/ 0 h 254"/>
                <a:gd name="T2" fmla="*/ 0 w 254"/>
                <a:gd name="T3" fmla="*/ 254 h 254"/>
                <a:gd name="T4" fmla="*/ 0 w 254"/>
                <a:gd name="T5" fmla="*/ 0 h 254"/>
                <a:gd name="T6" fmla="*/ 254 w 254"/>
                <a:gd name="T7" fmla="*/ 254 h 254"/>
              </a:gdLst>
              <a:ahLst/>
              <a:cxnLst>
                <a:cxn ang="0">
                  <a:pos x="T0" y="T1"/>
                </a:cxn>
                <a:cxn ang="0">
                  <a:pos x="T2" y="T3"/>
                </a:cxn>
                <a:cxn ang="0">
                  <a:pos x="T4" y="T5"/>
                </a:cxn>
                <a:cxn ang="0">
                  <a:pos x="T6" y="T7"/>
                </a:cxn>
              </a:cxnLst>
              <a:rect l="0" t="0" r="r" b="b"/>
              <a:pathLst>
                <a:path w="254" h="254">
                  <a:moveTo>
                    <a:pt x="254" y="0"/>
                  </a:moveTo>
                  <a:lnTo>
                    <a:pt x="0" y="254"/>
                  </a:lnTo>
                  <a:moveTo>
                    <a:pt x="0" y="0"/>
                  </a:moveTo>
                  <a:lnTo>
                    <a:pt x="254" y="254"/>
                  </a:lnTo>
                </a:path>
              </a:pathLst>
            </a:custGeom>
            <a:noFill/>
            <a:ln w="9525"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58" name="Address Box" descr="&lt;SmartSettings&gt;&lt;SmartResize anchorLeft=&quot;Absolute&quot; anchorTop=&quot;Absolute&quot; anchorRight=&quot;Absolute&quot; anchorBottom=&quot;None&quot; /&gt;&lt;/SmartSettings&gt;"/>
            <p:cNvSpPr/>
            <p:nvPr>
              <p:custDataLst>
                <p:tags r:id="rId6"/>
              </p:custDataLst>
            </p:nvPr>
          </p:nvSpPr>
          <p:spPr>
            <a:xfrm>
              <a:off x="1138944" y="1417126"/>
              <a:ext cx="5928731" cy="151240"/>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237744"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900" noProof="1" smtClean="0">
                  <a:solidFill>
                    <a:srgbClr val="5F5F5F"/>
                  </a:solidFill>
                  <a:latin typeface="Segoe UI" panose="020B0502040204020203" pitchFamily="34" charset="0"/>
                  <a:cs typeface="Segoe UI" panose="020B0502040204020203" pitchFamily="34" charset="0"/>
                </a:rPr>
                <a:t>www.Webshop.com</a:t>
              </a:r>
              <a:endParaRPr lang="en-US" sz="900" noProof="1">
                <a:solidFill>
                  <a:srgbClr val="5F5F5F"/>
                </a:solidFill>
                <a:latin typeface="Segoe UI" panose="020B0502040204020203" pitchFamily="34" charset="0"/>
                <a:cs typeface="Segoe UI" panose="020B0502040204020203" pitchFamily="34" charset="0"/>
              </a:endParaRPr>
            </a:p>
          </p:txBody>
        </p:sp>
        <p:sp>
          <p:nvSpPr>
            <p:cNvPr id="59" name="Document Icon" descr="&lt;SmartSettings&gt;&lt;SmartResize anchorLeft=&quot;Absolute&quot; anchorTop=&quot;Absolute&quot; anchorRight=&quot;None&quot; anchorBottom=&quot;None&quot; /&gt;&lt;/SmartSettings&gt;"/>
            <p:cNvSpPr>
              <a:spLocks noChangeAspect="1" noEditPoints="1"/>
            </p:cNvSpPr>
            <p:nvPr>
              <p:custDataLst>
                <p:tags r:id="rId7"/>
              </p:custDataLst>
            </p:nvPr>
          </p:nvSpPr>
          <p:spPr bwMode="auto">
            <a:xfrm>
              <a:off x="1184747" y="1450331"/>
              <a:ext cx="56355" cy="84830"/>
            </a:xfrm>
            <a:custGeom>
              <a:avLst/>
              <a:gdLst>
                <a:gd name="T0" fmla="*/ 153 w 260"/>
                <a:gd name="T1" fmla="*/ 7 h 367"/>
                <a:gd name="T2" fmla="*/ 153 w 260"/>
                <a:gd name="T3" fmla="*/ 108 h 367"/>
                <a:gd name="T4" fmla="*/ 253 w 260"/>
                <a:gd name="T5" fmla="*/ 108 h 367"/>
                <a:gd name="T6" fmla="*/ 0 w 260"/>
                <a:gd name="T7" fmla="*/ 0 h 367"/>
                <a:gd name="T8" fmla="*/ 0 w 260"/>
                <a:gd name="T9" fmla="*/ 367 h 367"/>
                <a:gd name="T10" fmla="*/ 260 w 260"/>
                <a:gd name="T11" fmla="*/ 367 h 367"/>
                <a:gd name="T12" fmla="*/ 260 w 260"/>
                <a:gd name="T13" fmla="*/ 100 h 367"/>
                <a:gd name="T14" fmla="*/ 161 w 260"/>
                <a:gd name="T15" fmla="*/ 1 h 367"/>
                <a:gd name="T16" fmla="*/ 0 w 260"/>
                <a:gd name="T17" fmla="*/ 0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 h="367">
                  <a:moveTo>
                    <a:pt x="153" y="7"/>
                  </a:moveTo>
                  <a:lnTo>
                    <a:pt x="153" y="108"/>
                  </a:lnTo>
                  <a:lnTo>
                    <a:pt x="253" y="108"/>
                  </a:lnTo>
                  <a:moveTo>
                    <a:pt x="0" y="0"/>
                  </a:moveTo>
                  <a:lnTo>
                    <a:pt x="0" y="367"/>
                  </a:lnTo>
                  <a:lnTo>
                    <a:pt x="260" y="367"/>
                  </a:lnTo>
                  <a:lnTo>
                    <a:pt x="260" y="100"/>
                  </a:lnTo>
                  <a:lnTo>
                    <a:pt x="161" y="1"/>
                  </a:lnTo>
                  <a:lnTo>
                    <a:pt x="0" y="0"/>
                  </a:lnTo>
                  <a:close/>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grpSp>
          <p:nvGrpSpPr>
            <p:cNvPr id="60" name="Navigation Buttons"/>
            <p:cNvGrpSpPr/>
            <p:nvPr/>
          </p:nvGrpSpPr>
          <p:grpSpPr>
            <a:xfrm>
              <a:off x="671443" y="1437706"/>
              <a:ext cx="385884" cy="110078"/>
              <a:chOff x="671443" y="1437706"/>
              <a:chExt cx="385884" cy="110078"/>
            </a:xfrm>
          </p:grpSpPr>
          <p:sp>
            <p:nvSpPr>
              <p:cNvPr id="61" name="Back Button" descr="&lt;SmartSettings&gt;&lt;SmartResize anchorLeft=&quot;Absolute&quot; anchorTop=&quot;Absolute&quot; anchorRight=&quot;None&quot; anchorBottom=&quot;None&quot; /&gt;&lt;/SmartSettings&gt;"/>
              <p:cNvSpPr>
                <a:spLocks noChangeAspect="1" noEditPoints="1"/>
              </p:cNvSpPr>
              <p:nvPr>
                <p:custDataLst>
                  <p:tags r:id="rId8"/>
                </p:custDataLst>
              </p:nvPr>
            </p:nvSpPr>
            <p:spPr bwMode="auto">
              <a:xfrm>
                <a:off x="671443" y="1454370"/>
                <a:ext cx="91695" cy="76751"/>
              </a:xfrm>
              <a:custGeom>
                <a:avLst/>
                <a:gdLst>
                  <a:gd name="T0" fmla="*/ 159 w 423"/>
                  <a:gd name="T1" fmla="*/ 332 h 332"/>
                  <a:gd name="T2" fmla="*/ 0 w 423"/>
                  <a:gd name="T3" fmla="*/ 166 h 332"/>
                  <a:gd name="T4" fmla="*/ 159 w 423"/>
                  <a:gd name="T5" fmla="*/ 0 h 332"/>
                  <a:gd name="T6" fmla="*/ 15 w 423"/>
                  <a:gd name="T7" fmla="*/ 166 h 332"/>
                  <a:gd name="T8" fmla="*/ 423 w 423"/>
                  <a:gd name="T9" fmla="*/ 166 h 332"/>
                </a:gdLst>
                <a:ahLst/>
                <a:cxnLst>
                  <a:cxn ang="0">
                    <a:pos x="T0" y="T1"/>
                  </a:cxn>
                  <a:cxn ang="0">
                    <a:pos x="T2" y="T3"/>
                  </a:cxn>
                  <a:cxn ang="0">
                    <a:pos x="T4" y="T5"/>
                  </a:cxn>
                  <a:cxn ang="0">
                    <a:pos x="T6" y="T7"/>
                  </a:cxn>
                  <a:cxn ang="0">
                    <a:pos x="T8" y="T9"/>
                  </a:cxn>
                </a:cxnLst>
                <a:rect l="0" t="0" r="r" b="b"/>
                <a:pathLst>
                  <a:path w="423" h="332">
                    <a:moveTo>
                      <a:pt x="159" y="332"/>
                    </a:moveTo>
                    <a:lnTo>
                      <a:pt x="0" y="166"/>
                    </a:lnTo>
                    <a:lnTo>
                      <a:pt x="159" y="0"/>
                    </a:lnTo>
                    <a:moveTo>
                      <a:pt x="15" y="166"/>
                    </a:moveTo>
                    <a:lnTo>
                      <a:pt x="423" y="166"/>
                    </a:lnTo>
                  </a:path>
                </a:pathLst>
              </a:custGeom>
              <a:noFill/>
              <a:ln w="6350" cap="sq">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62" name="Forward Button" descr="&lt;SmartSettings&gt;&lt;SmartResize anchorLeft=&quot;Absolute&quot; anchorTop=&quot;Absolute&quot; anchorRight=&quot;None&quot; anchorBottom=&quot;None&quot; /&gt;&lt;/SmartSettings&gt;"/>
              <p:cNvSpPr>
                <a:spLocks noChangeAspect="1" noEditPoints="1"/>
              </p:cNvSpPr>
              <p:nvPr>
                <p:custDataLst>
                  <p:tags r:id="rId9"/>
                </p:custDataLst>
              </p:nvPr>
            </p:nvSpPr>
            <p:spPr bwMode="auto">
              <a:xfrm>
                <a:off x="816627" y="1454370"/>
                <a:ext cx="91695" cy="76751"/>
              </a:xfrm>
              <a:custGeom>
                <a:avLst/>
                <a:gdLst>
                  <a:gd name="T0" fmla="*/ 265 w 423"/>
                  <a:gd name="T1" fmla="*/ 0 h 332"/>
                  <a:gd name="T2" fmla="*/ 423 w 423"/>
                  <a:gd name="T3" fmla="*/ 166 h 332"/>
                  <a:gd name="T4" fmla="*/ 265 w 423"/>
                  <a:gd name="T5" fmla="*/ 332 h 332"/>
                  <a:gd name="T6" fmla="*/ 408 w 423"/>
                  <a:gd name="T7" fmla="*/ 166 h 332"/>
                  <a:gd name="T8" fmla="*/ 0 w 423"/>
                  <a:gd name="T9" fmla="*/ 166 h 332"/>
                </a:gdLst>
                <a:ahLst/>
                <a:cxnLst>
                  <a:cxn ang="0">
                    <a:pos x="T0" y="T1"/>
                  </a:cxn>
                  <a:cxn ang="0">
                    <a:pos x="T2" y="T3"/>
                  </a:cxn>
                  <a:cxn ang="0">
                    <a:pos x="T4" y="T5"/>
                  </a:cxn>
                  <a:cxn ang="0">
                    <a:pos x="T6" y="T7"/>
                  </a:cxn>
                  <a:cxn ang="0">
                    <a:pos x="T8" y="T9"/>
                  </a:cxn>
                </a:cxnLst>
                <a:rect l="0" t="0" r="r" b="b"/>
                <a:pathLst>
                  <a:path w="423" h="332">
                    <a:moveTo>
                      <a:pt x="265" y="0"/>
                    </a:moveTo>
                    <a:lnTo>
                      <a:pt x="423" y="166"/>
                    </a:lnTo>
                    <a:lnTo>
                      <a:pt x="265" y="332"/>
                    </a:lnTo>
                    <a:moveTo>
                      <a:pt x="408" y="166"/>
                    </a:moveTo>
                    <a:lnTo>
                      <a:pt x="0" y="166"/>
                    </a:lnTo>
                  </a:path>
                </a:pathLst>
              </a:custGeom>
              <a:noFill/>
              <a:ln w="6350" cap="sq">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63" name="Reload Button" descr="&lt;SmartSettings&gt;&lt;SmartResize anchorLeft=&quot;Absolute&quot; anchorTop=&quot;Absolute&quot; anchorRight=&quot;None&quot; anchorBottom=&quot;None&quot; /&gt;&lt;/SmartSettings&gt;"/>
              <p:cNvSpPr>
                <a:spLocks noChangeAspect="1" noEditPoints="1"/>
              </p:cNvSpPr>
              <p:nvPr>
                <p:custDataLst>
                  <p:tags r:id="rId10"/>
                </p:custDataLst>
              </p:nvPr>
            </p:nvSpPr>
            <p:spPr bwMode="auto">
              <a:xfrm>
                <a:off x="961811" y="1437706"/>
                <a:ext cx="95516" cy="110078"/>
              </a:xfrm>
              <a:custGeom>
                <a:avLst/>
                <a:gdLst>
                  <a:gd name="T0" fmla="*/ 441 w 441"/>
                  <a:gd name="T1" fmla="*/ 7 h 474"/>
                  <a:gd name="T2" fmla="*/ 441 w 441"/>
                  <a:gd name="T3" fmla="*/ 144 h 474"/>
                  <a:gd name="T4" fmla="*/ 296 w 441"/>
                  <a:gd name="T5" fmla="*/ 144 h 474"/>
                  <a:gd name="T6" fmla="*/ 438 w 441"/>
                  <a:gd name="T7" fmla="*/ 309 h 474"/>
                  <a:gd name="T8" fmla="*/ 166 w 441"/>
                  <a:gd name="T9" fmla="*/ 434 h 474"/>
                  <a:gd name="T10" fmla="*/ 41 w 441"/>
                  <a:gd name="T11" fmla="*/ 162 h 474"/>
                  <a:gd name="T12" fmla="*/ 313 w 441"/>
                  <a:gd name="T13" fmla="*/ 37 h 474"/>
                  <a:gd name="T14" fmla="*/ 428 w 441"/>
                  <a:gd name="T15" fmla="*/ 139 h 4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1" h="474">
                    <a:moveTo>
                      <a:pt x="441" y="7"/>
                    </a:moveTo>
                    <a:lnTo>
                      <a:pt x="441" y="144"/>
                    </a:lnTo>
                    <a:lnTo>
                      <a:pt x="296" y="144"/>
                    </a:lnTo>
                    <a:moveTo>
                      <a:pt x="438" y="309"/>
                    </a:moveTo>
                    <a:cubicBezTo>
                      <a:pt x="397" y="418"/>
                      <a:pt x="276" y="474"/>
                      <a:pt x="166" y="434"/>
                    </a:cubicBezTo>
                    <a:cubicBezTo>
                      <a:pt x="56" y="393"/>
                      <a:pt x="0" y="271"/>
                      <a:pt x="41" y="162"/>
                    </a:cubicBezTo>
                    <a:cubicBezTo>
                      <a:pt x="82" y="52"/>
                      <a:pt x="202" y="0"/>
                      <a:pt x="313" y="37"/>
                    </a:cubicBezTo>
                    <a:cubicBezTo>
                      <a:pt x="357" y="51"/>
                      <a:pt x="398" y="91"/>
                      <a:pt x="428" y="139"/>
                    </a:cubicBezTo>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grpSp>
      </p:grpSp>
      <p:grpSp>
        <p:nvGrpSpPr>
          <p:cNvPr id="64" name="Jumbotron Example"/>
          <p:cNvGrpSpPr/>
          <p:nvPr/>
        </p:nvGrpSpPr>
        <p:grpSpPr>
          <a:xfrm>
            <a:off x="1406034" y="557034"/>
            <a:ext cx="9239256" cy="6130793"/>
            <a:chOff x="1476372" y="363604"/>
            <a:chExt cx="9239256" cy="6130793"/>
          </a:xfrm>
        </p:grpSpPr>
        <p:sp>
          <p:nvSpPr>
            <p:cNvPr id="65" name="Navbar Shape"/>
            <p:cNvSpPr/>
            <p:nvPr/>
          </p:nvSpPr>
          <p:spPr>
            <a:xfrm>
              <a:off x="1476372" y="363604"/>
              <a:ext cx="9239256" cy="495300"/>
            </a:xfrm>
            <a:prstGeom prst="roundRect">
              <a:avLst>
                <a:gd name="adj" fmla="val 0"/>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28016" tIns="45720" rIns="128016"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400" dirty="0" err="1" smtClean="0">
                  <a:solidFill>
                    <a:srgbClr val="5F5F5F"/>
                  </a:solidFill>
                  <a:latin typeface="Segoe UI" panose="020B0502040204020203" pitchFamily="34" charset="0"/>
                  <a:cs typeface="Segoe UI" panose="020B0502040204020203" pitchFamily="34" charset="0"/>
                </a:rPr>
                <a:t>Opret</a:t>
              </a:r>
              <a:r>
                <a:rPr lang="en-US" sz="1400" dirty="0" smtClean="0">
                  <a:solidFill>
                    <a:srgbClr val="5F5F5F"/>
                  </a:solidFill>
                  <a:latin typeface="Segoe UI" panose="020B0502040204020203" pitchFamily="34" charset="0"/>
                  <a:cs typeface="Segoe UI" panose="020B0502040204020203" pitchFamily="34" charset="0"/>
                </a:rPr>
                <a:t> </a:t>
              </a:r>
              <a:r>
                <a:rPr lang="en-US" sz="1400" dirty="0" err="1" smtClean="0">
                  <a:solidFill>
                    <a:srgbClr val="5F5F5F"/>
                  </a:solidFill>
                  <a:latin typeface="Segoe UI" panose="020B0502040204020203" pitchFamily="34" charset="0"/>
                  <a:cs typeface="Segoe UI" panose="020B0502040204020203" pitchFamily="34" charset="0"/>
                </a:rPr>
                <a:t>Ny</a:t>
              </a:r>
              <a:r>
                <a:rPr lang="en-US" sz="1400" dirty="0" smtClean="0">
                  <a:solidFill>
                    <a:srgbClr val="5F5F5F"/>
                  </a:solidFill>
                  <a:latin typeface="Segoe UI" panose="020B0502040204020203" pitchFamily="34" charset="0"/>
                  <a:cs typeface="Segoe UI" panose="020B0502040204020203" pitchFamily="34" charset="0"/>
                </a:rPr>
                <a:t> Side (</a:t>
              </a:r>
              <a:r>
                <a:rPr lang="en-US" sz="1400" dirty="0" err="1" smtClean="0">
                  <a:solidFill>
                    <a:srgbClr val="5F5F5F"/>
                  </a:solidFill>
                  <a:latin typeface="Segoe UI" panose="020B0502040204020203" pitchFamily="34" charset="0"/>
                  <a:cs typeface="Segoe UI" panose="020B0502040204020203" pitchFamily="34" charset="0"/>
                </a:rPr>
                <a:t>Kategori</a:t>
              </a:r>
              <a:r>
                <a:rPr lang="en-US" sz="1400" dirty="0" smtClean="0">
                  <a:solidFill>
                    <a:srgbClr val="5F5F5F"/>
                  </a:solidFill>
                  <a:latin typeface="Segoe UI" panose="020B0502040204020203" pitchFamily="34" charset="0"/>
                  <a:cs typeface="Segoe UI" panose="020B0502040204020203" pitchFamily="34" charset="0"/>
                </a:rPr>
                <a:t>)</a:t>
              </a:r>
              <a:endParaRPr lang="en-US" sz="1400" dirty="0" smtClean="0">
                <a:solidFill>
                  <a:srgbClr val="5F5F5F"/>
                </a:solidFill>
                <a:latin typeface="Segoe UI" panose="020B0502040204020203" pitchFamily="34" charset="0"/>
                <a:cs typeface="Segoe UI" panose="020B0502040204020203" pitchFamily="34" charset="0"/>
              </a:endParaRPr>
            </a:p>
          </p:txBody>
        </p:sp>
        <p:sp>
          <p:nvSpPr>
            <p:cNvPr id="67" name="Button"/>
            <p:cNvSpPr/>
            <p:nvPr/>
          </p:nvSpPr>
          <p:spPr>
            <a:xfrm>
              <a:off x="9965402" y="455985"/>
              <a:ext cx="648588" cy="310539"/>
            </a:xfrm>
            <a:prstGeom prst="roundRect">
              <a:avLst>
                <a:gd name="adj" fmla="val 11182"/>
              </a:avLst>
            </a:prstGeom>
            <a:solidFill>
              <a:schemeClr val="accent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64008" rIns="91440"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dirty="0" smtClean="0">
                  <a:solidFill>
                    <a:srgbClr val="5F5F5F"/>
                  </a:solidFill>
                  <a:latin typeface="Segoe UI" panose="020B0502040204020203" pitchFamily="34" charset="0"/>
                  <a:cs typeface="Segoe UI" panose="020B0502040204020203" pitchFamily="34" charset="0"/>
                </a:rPr>
                <a:t>Log </a:t>
              </a:r>
              <a:r>
                <a:rPr lang="en-US" sz="1050" dirty="0" err="1" smtClean="0">
                  <a:solidFill>
                    <a:srgbClr val="5F5F5F"/>
                  </a:solidFill>
                  <a:latin typeface="Segoe UI" panose="020B0502040204020203" pitchFamily="34" charset="0"/>
                  <a:cs typeface="Segoe UI" panose="020B0502040204020203" pitchFamily="34" charset="0"/>
                </a:rPr>
                <a:t>ind</a:t>
              </a:r>
              <a:endParaRPr lang="en-US" sz="1050" dirty="0" smtClean="0">
                <a:solidFill>
                  <a:srgbClr val="5F5F5F"/>
                </a:solidFill>
                <a:latin typeface="Segoe UI" panose="020B0502040204020203" pitchFamily="34" charset="0"/>
                <a:cs typeface="Segoe UI" panose="020B0502040204020203" pitchFamily="34" charset="0"/>
              </a:endParaRPr>
            </a:p>
          </p:txBody>
        </p:sp>
        <p:cxnSp>
          <p:nvCxnSpPr>
            <p:cNvPr id="79" name="Line"/>
            <p:cNvCxnSpPr/>
            <p:nvPr/>
          </p:nvCxnSpPr>
          <p:spPr>
            <a:xfrm>
              <a:off x="1476372" y="858904"/>
              <a:ext cx="9239256" cy="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grpSp>
          <p:nvGrpSpPr>
            <p:cNvPr id="80" name="Footer"/>
            <p:cNvGrpSpPr/>
            <p:nvPr/>
          </p:nvGrpSpPr>
          <p:grpSpPr>
            <a:xfrm>
              <a:off x="1476372" y="6239350"/>
              <a:ext cx="9239256" cy="255047"/>
              <a:chOff x="1476372" y="6239350"/>
              <a:chExt cx="9239256" cy="255047"/>
            </a:xfrm>
          </p:grpSpPr>
          <p:cxnSp>
            <p:nvCxnSpPr>
              <p:cNvPr id="81" name="Line"/>
              <p:cNvCxnSpPr/>
              <p:nvPr/>
            </p:nvCxnSpPr>
            <p:spPr>
              <a:xfrm>
                <a:off x="1476372" y="6239350"/>
                <a:ext cx="9239256" cy="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82" name="Copyright"/>
              <p:cNvSpPr txBox="1"/>
              <p:nvPr/>
            </p:nvSpPr>
            <p:spPr>
              <a:xfrm>
                <a:off x="1624987" y="6292419"/>
                <a:ext cx="724557" cy="201978"/>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r>
                  <a:rPr lang="en-US" sz="1050" noProof="1">
                    <a:solidFill>
                      <a:srgbClr val="5F5F5F"/>
                    </a:solidFill>
                    <a:latin typeface="Segoe UI" panose="020B0502040204020203" pitchFamily="34" charset="0"/>
                    <a:cs typeface="Segoe UI" panose="020B0502040204020203" pitchFamily="34" charset="0"/>
                  </a:rPr>
                  <a:t>© Company</a:t>
                </a:r>
                <a:endParaRPr lang="en-US" sz="1050" noProof="1" smtClean="0">
                  <a:solidFill>
                    <a:srgbClr val="5F5F5F"/>
                  </a:solidFill>
                  <a:latin typeface="Segoe UI" panose="020B0502040204020203" pitchFamily="34" charset="0"/>
                  <a:cs typeface="Segoe UI" panose="020B0502040204020203" pitchFamily="34" charset="0"/>
                </a:endParaRPr>
              </a:p>
            </p:txBody>
          </p:sp>
        </p:grpSp>
      </p:grpSp>
      <p:sp>
        <p:nvSpPr>
          <p:cNvPr id="86" name="Breadcrumbs"/>
          <p:cNvSpPr/>
          <p:nvPr/>
        </p:nvSpPr>
        <p:spPr>
          <a:xfrm>
            <a:off x="1406034" y="1084766"/>
            <a:ext cx="9239256" cy="362652"/>
          </a:xfrm>
          <a:prstGeom prst="roundRect">
            <a:avLst>
              <a:gd name="adj" fmla="val 10538"/>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0584" tIns="82296" rIns="100584" bIns="82296"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50" dirty="0" err="1" smtClean="0">
                <a:solidFill>
                  <a:srgbClr val="5B9BD5"/>
                </a:solidFill>
                <a:latin typeface="Segoe UI" panose="020B0502040204020203" pitchFamily="34" charset="0"/>
                <a:cs typeface="Segoe UI" panose="020B0502040204020203" pitchFamily="34" charset="0"/>
              </a:rPr>
              <a:t>Forside</a:t>
            </a:r>
            <a:r>
              <a:rPr lang="en-US" sz="1050" dirty="0" smtClean="0">
                <a:solidFill>
                  <a:srgbClr val="5F5F5F"/>
                </a:solidFill>
                <a:latin typeface="Segoe UI" panose="020B0502040204020203" pitchFamily="34" charset="0"/>
                <a:cs typeface="Segoe UI" panose="020B0502040204020203" pitchFamily="34" charset="0"/>
              </a:rPr>
              <a:t>  /  </a:t>
            </a:r>
            <a:r>
              <a:rPr lang="en-US" sz="1050" dirty="0" err="1" smtClean="0">
                <a:solidFill>
                  <a:srgbClr val="5B9BD5"/>
                </a:solidFill>
                <a:latin typeface="Segoe UI" panose="020B0502040204020203" pitchFamily="34" charset="0"/>
                <a:cs typeface="Segoe UI" panose="020B0502040204020203" pitchFamily="34" charset="0"/>
              </a:rPr>
              <a:t>Kategorier</a:t>
            </a:r>
            <a:r>
              <a:rPr lang="en-US" sz="1050" dirty="0" smtClean="0">
                <a:solidFill>
                  <a:srgbClr val="5F5F5F"/>
                </a:solidFill>
                <a:latin typeface="Segoe UI" panose="020B0502040204020203" pitchFamily="34" charset="0"/>
                <a:cs typeface="Segoe UI" panose="020B0502040204020203" pitchFamily="34" charset="0"/>
              </a:rPr>
              <a:t>  /  </a:t>
            </a:r>
            <a:r>
              <a:rPr lang="en-US" sz="1050" dirty="0" err="1" smtClean="0">
                <a:solidFill>
                  <a:schemeClr val="accent1"/>
                </a:solidFill>
                <a:latin typeface="Segoe UI" panose="020B0502040204020203" pitchFamily="34" charset="0"/>
                <a:cs typeface="Segoe UI" panose="020B0502040204020203" pitchFamily="34" charset="0"/>
              </a:rPr>
              <a:t>Kurv</a:t>
            </a:r>
            <a:endParaRPr lang="en-US" sz="1050" dirty="0" smtClean="0">
              <a:solidFill>
                <a:schemeClr val="accent1"/>
              </a:solidFill>
              <a:latin typeface="Segoe UI" panose="020B0502040204020203" pitchFamily="34" charset="0"/>
              <a:cs typeface="Segoe UI" panose="020B0502040204020203" pitchFamily="34" charset="0"/>
            </a:endParaRPr>
          </a:p>
        </p:txBody>
      </p:sp>
      <p:grpSp>
        <p:nvGrpSpPr>
          <p:cNvPr id="25" name="Blockquote"/>
          <p:cNvGrpSpPr/>
          <p:nvPr/>
        </p:nvGrpSpPr>
        <p:grpSpPr>
          <a:xfrm>
            <a:off x="1442476" y="1632357"/>
            <a:ext cx="1258374" cy="700088"/>
            <a:chOff x="1071562" y="3898106"/>
            <a:chExt cx="1258374" cy="700088"/>
          </a:xfrm>
        </p:grpSpPr>
        <p:sp>
          <p:nvSpPr>
            <p:cNvPr id="26" name="Text"/>
            <p:cNvSpPr txBox="1"/>
            <p:nvPr/>
          </p:nvSpPr>
          <p:spPr>
            <a:xfrm>
              <a:off x="1263810" y="4136692"/>
              <a:ext cx="1066126" cy="250068"/>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r>
                <a:rPr lang="en-US" sz="1300" noProof="1" smtClean="0">
                  <a:solidFill>
                    <a:srgbClr val="5F5F5F"/>
                  </a:solidFill>
                  <a:latin typeface="Segoe UI Semibold" panose="020B0702040204020203" pitchFamily="34" charset="0"/>
                  <a:cs typeface="Segoe UI Semibold" panose="020B0702040204020203" pitchFamily="34" charset="0"/>
                </a:rPr>
                <a:t>Opret Ny Side</a:t>
              </a:r>
              <a:endParaRPr lang="en-US" sz="1300" noProof="1" smtClean="0">
                <a:solidFill>
                  <a:srgbClr val="5F5F5F"/>
                </a:solidFill>
                <a:latin typeface="Segoe UI Semibold" panose="020B0702040204020203" pitchFamily="34" charset="0"/>
                <a:cs typeface="Segoe UI Semibold" panose="020B0702040204020203" pitchFamily="34" charset="0"/>
              </a:endParaRPr>
            </a:p>
          </p:txBody>
        </p:sp>
        <p:cxnSp>
          <p:nvCxnSpPr>
            <p:cNvPr id="27" name="Line"/>
            <p:cNvCxnSpPr/>
            <p:nvPr/>
          </p:nvCxnSpPr>
          <p:spPr>
            <a:xfrm flipV="1">
              <a:off x="1071562" y="3898106"/>
              <a:ext cx="0" cy="700088"/>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grpSp>
      <p:grpSp>
        <p:nvGrpSpPr>
          <p:cNvPr id="29" name="Input with Label"/>
          <p:cNvGrpSpPr/>
          <p:nvPr/>
        </p:nvGrpSpPr>
        <p:grpSpPr>
          <a:xfrm>
            <a:off x="1561187" y="2667716"/>
            <a:ext cx="2504700" cy="572999"/>
            <a:chOff x="908150" y="2873283"/>
            <a:chExt cx="2504700" cy="572999"/>
          </a:xfrm>
        </p:grpSpPr>
        <p:sp>
          <p:nvSpPr>
            <p:cNvPr id="30" name="Input"/>
            <p:cNvSpPr/>
            <p:nvPr/>
          </p:nvSpPr>
          <p:spPr>
            <a:xfrm>
              <a:off x="908150" y="3138556"/>
              <a:ext cx="2504700" cy="307726"/>
            </a:xfrm>
            <a:prstGeom prst="roundRect">
              <a:avLst>
                <a:gd name="adj" fmla="val 10785"/>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0584" tIns="64008" rIns="100584"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dirty="0" err="1" smtClean="0">
                  <a:solidFill>
                    <a:srgbClr val="5F5F5F"/>
                  </a:solidFill>
                  <a:latin typeface="Segoe UI" panose="020B0502040204020203" pitchFamily="34" charset="0"/>
                  <a:cs typeface="Segoe UI" panose="020B0502040204020203" pitchFamily="34" charset="0"/>
                </a:rPr>
                <a:t>Eg</a:t>
              </a:r>
              <a:r>
                <a:rPr lang="en-US" sz="1050" dirty="0" smtClean="0">
                  <a:solidFill>
                    <a:srgbClr val="5F5F5F"/>
                  </a:solidFill>
                  <a:latin typeface="Segoe UI" panose="020B0502040204020203" pitchFamily="34" charset="0"/>
                  <a:cs typeface="Segoe UI" panose="020B0502040204020203" pitchFamily="34" charset="0"/>
                </a:rPr>
                <a:t>. </a:t>
              </a:r>
              <a:r>
                <a:rPr lang="en-US" sz="1050" dirty="0" err="1" smtClean="0">
                  <a:solidFill>
                    <a:srgbClr val="5F5F5F"/>
                  </a:solidFill>
                  <a:latin typeface="Segoe UI" panose="020B0502040204020203" pitchFamily="34" charset="0"/>
                  <a:cs typeface="Segoe UI" panose="020B0502040204020203" pitchFamily="34" charset="0"/>
                </a:rPr>
                <a:t>Kategori</a:t>
              </a:r>
              <a:r>
                <a:rPr lang="en-US" sz="1050" dirty="0" smtClean="0">
                  <a:solidFill>
                    <a:srgbClr val="5F5F5F"/>
                  </a:solidFill>
                  <a:latin typeface="Segoe UI" panose="020B0502040204020203" pitchFamily="34" charset="0"/>
                  <a:cs typeface="Segoe UI" panose="020B0502040204020203" pitchFamily="34" charset="0"/>
                </a:rPr>
                <a:t> 4</a:t>
              </a:r>
              <a:endParaRPr lang="en-US" sz="1050" dirty="0" smtClean="0">
                <a:solidFill>
                  <a:srgbClr val="5F5F5F"/>
                </a:solidFill>
                <a:latin typeface="Segoe UI" panose="020B0502040204020203" pitchFamily="34" charset="0"/>
                <a:cs typeface="Segoe UI" panose="020B0502040204020203" pitchFamily="34" charset="0"/>
              </a:endParaRPr>
            </a:p>
          </p:txBody>
        </p:sp>
        <p:sp>
          <p:nvSpPr>
            <p:cNvPr id="31" name="Label"/>
            <p:cNvSpPr txBox="1"/>
            <p:nvPr/>
          </p:nvSpPr>
          <p:spPr>
            <a:xfrm>
              <a:off x="908150" y="2873283"/>
              <a:ext cx="1054776" cy="211596"/>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r>
                <a:rPr lang="en-US" sz="1100" b="1" noProof="1" smtClean="0">
                  <a:solidFill>
                    <a:srgbClr val="5F5F5F"/>
                  </a:solidFill>
                  <a:latin typeface="Segoe UI" panose="020B0502040204020203" pitchFamily="34" charset="0"/>
                  <a:cs typeface="Segoe UI" panose="020B0502040204020203" pitchFamily="34" charset="0"/>
                </a:rPr>
                <a:t>Navn på ny side</a:t>
              </a:r>
              <a:endParaRPr lang="en-US" sz="1100" b="1" noProof="1" smtClean="0">
                <a:solidFill>
                  <a:srgbClr val="5F5F5F"/>
                </a:solidFill>
                <a:latin typeface="Segoe UI" panose="020B0502040204020203" pitchFamily="34" charset="0"/>
                <a:cs typeface="Segoe UI" panose="020B0502040204020203" pitchFamily="34" charset="0"/>
              </a:endParaRPr>
            </a:p>
          </p:txBody>
        </p:sp>
      </p:grpSp>
      <p:sp>
        <p:nvSpPr>
          <p:cNvPr id="35" name="Button"/>
          <p:cNvSpPr/>
          <p:nvPr/>
        </p:nvSpPr>
        <p:spPr>
          <a:xfrm>
            <a:off x="5104413" y="3744967"/>
            <a:ext cx="832037" cy="310539"/>
          </a:xfrm>
          <a:prstGeom prst="roundRect">
            <a:avLst>
              <a:gd name="adj" fmla="val 11182"/>
            </a:avLst>
          </a:prstGeom>
          <a:solidFill>
            <a:schemeClr val="accent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64008" rIns="91440"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dirty="0" err="1" smtClean="0">
                <a:solidFill>
                  <a:srgbClr val="5F5F5F"/>
                </a:solidFill>
                <a:latin typeface="Segoe UI" panose="020B0502040204020203" pitchFamily="34" charset="0"/>
                <a:cs typeface="Segoe UI" panose="020B0502040204020203" pitchFamily="34" charset="0"/>
              </a:rPr>
              <a:t>Opret</a:t>
            </a:r>
            <a:r>
              <a:rPr lang="en-US" sz="1050" dirty="0" smtClean="0">
                <a:solidFill>
                  <a:srgbClr val="5F5F5F"/>
                </a:solidFill>
                <a:latin typeface="Segoe UI" panose="020B0502040204020203" pitchFamily="34" charset="0"/>
                <a:cs typeface="Segoe UI" panose="020B0502040204020203" pitchFamily="34" charset="0"/>
              </a:rPr>
              <a:t> Side</a:t>
            </a:r>
            <a:endParaRPr lang="en-US" sz="1050" dirty="0" smtClean="0">
              <a:solidFill>
                <a:srgbClr val="5F5F5F"/>
              </a:solidFill>
              <a:latin typeface="Segoe UI" panose="020B0502040204020203" pitchFamily="34" charset="0"/>
              <a:cs typeface="Segoe UI" panose="020B0502040204020203" pitchFamily="34" charset="0"/>
            </a:endParaRPr>
          </a:p>
        </p:txBody>
      </p:sp>
      <p:grpSp>
        <p:nvGrpSpPr>
          <p:cNvPr id="45" name="Input with Label"/>
          <p:cNvGrpSpPr/>
          <p:nvPr/>
        </p:nvGrpSpPr>
        <p:grpSpPr>
          <a:xfrm>
            <a:off x="1561187" y="3479694"/>
            <a:ext cx="2504700" cy="572999"/>
            <a:chOff x="908150" y="2873283"/>
            <a:chExt cx="2504700" cy="572999"/>
          </a:xfrm>
        </p:grpSpPr>
        <p:sp>
          <p:nvSpPr>
            <p:cNvPr id="46" name="Input"/>
            <p:cNvSpPr/>
            <p:nvPr/>
          </p:nvSpPr>
          <p:spPr>
            <a:xfrm>
              <a:off x="908150" y="3138556"/>
              <a:ext cx="2504700" cy="307726"/>
            </a:xfrm>
            <a:prstGeom prst="roundRect">
              <a:avLst>
                <a:gd name="adj" fmla="val 10785"/>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0584" tIns="64008" rIns="100584"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050" dirty="0" smtClean="0">
                <a:solidFill>
                  <a:srgbClr val="5F5F5F"/>
                </a:solidFill>
                <a:latin typeface="Segoe UI" panose="020B0502040204020203" pitchFamily="34" charset="0"/>
                <a:cs typeface="Segoe UI" panose="020B0502040204020203" pitchFamily="34" charset="0"/>
              </a:endParaRPr>
            </a:p>
          </p:txBody>
        </p:sp>
        <p:sp>
          <p:nvSpPr>
            <p:cNvPr id="47" name="Label"/>
            <p:cNvSpPr txBox="1"/>
            <p:nvPr/>
          </p:nvSpPr>
          <p:spPr>
            <a:xfrm>
              <a:off x="908150" y="2873283"/>
              <a:ext cx="1075615" cy="211596"/>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r>
                <a:rPr lang="en-US" sz="1100" b="1" noProof="1" smtClean="0">
                  <a:solidFill>
                    <a:srgbClr val="5F5F5F"/>
                  </a:solidFill>
                  <a:latin typeface="Segoe UI" panose="020B0502040204020203" pitchFamily="34" charset="0"/>
                  <a:cs typeface="Segoe UI" panose="020B0502040204020203" pitchFamily="34" charset="0"/>
                </a:rPr>
                <a:t>Tekst til Ny Side</a:t>
              </a:r>
              <a:endParaRPr lang="en-US" sz="1100" b="1" noProof="1" smtClean="0">
                <a:solidFill>
                  <a:srgbClr val="5F5F5F"/>
                </a:solidFill>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6816007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Browser" descr="&lt;SmartSettings&gt;&lt;SmartResize enabled=&quot;True&quot; minWidth=&quot;140&quot; minHeight=&quot;50&quot; /&gt;&lt;/SmartSettings&gt;"/>
          <p:cNvGrpSpPr/>
          <p:nvPr>
            <p:custDataLst>
              <p:tags r:id="rId1"/>
            </p:custDataLst>
          </p:nvPr>
        </p:nvGrpSpPr>
        <p:grpSpPr>
          <a:xfrm>
            <a:off x="522661" y="0"/>
            <a:ext cx="11083185" cy="6842054"/>
            <a:chOff x="595685" y="1261242"/>
            <a:chExt cx="6668462" cy="4352545"/>
          </a:xfrm>
        </p:grpSpPr>
        <p:sp>
          <p:nvSpPr>
            <p:cNvPr id="54" name="Window Body" descr="&lt;SmartSettings&gt;&lt;SmartResize anchorLeft=&quot;Absolute&quot; anchorTop=&quot;Absolute&quot; anchorRight=&quot;Absolute&quot; anchorBottom=&quot;Absolute&quot; /&gt;&lt;/SmartSettings&gt;"/>
            <p:cNvSpPr/>
            <p:nvPr>
              <p:custDataLst>
                <p:tags r:id="rId2"/>
              </p:custDataLst>
            </p:nvPr>
          </p:nvSpPr>
          <p:spPr>
            <a:xfrm>
              <a:off x="595685" y="1601571"/>
              <a:ext cx="6668462" cy="4012216"/>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dirty="0">
                <a:solidFill>
                  <a:srgbClr val="5F5F5F"/>
                </a:solidFill>
                <a:latin typeface="Segoe UI" panose="020B0502040204020203" pitchFamily="34" charset="0"/>
                <a:cs typeface="Segoe UI" panose="020B0502040204020203" pitchFamily="34" charset="0"/>
              </a:endParaRPr>
            </a:p>
          </p:txBody>
        </p:sp>
        <p:sp>
          <p:nvSpPr>
            <p:cNvPr id="55" name="Title Bar" descr="&lt;SmartSettings&gt;&lt;SmartResize anchorLeft=&quot;Absolute&quot; anchorTop=&quot;Absolute&quot; anchorRight=&quot;Absolute&quot; anchorBottom=&quot;None&quot; /&gt;&lt;/SmartSettings&gt;"/>
            <p:cNvSpPr/>
            <p:nvPr>
              <p:custDataLst>
                <p:tags r:id="rId3"/>
              </p:custDataLst>
            </p:nvPr>
          </p:nvSpPr>
          <p:spPr>
            <a:xfrm>
              <a:off x="595685" y="1261242"/>
              <a:ext cx="6668461" cy="341660"/>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22860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900" dirty="0" smtClean="0">
                  <a:solidFill>
                    <a:srgbClr val="5F5F5F"/>
                  </a:solidFill>
                  <a:latin typeface="Segoe UI" panose="020B0502040204020203" pitchFamily="34" charset="0"/>
                  <a:cs typeface="Segoe UI" panose="020B0502040204020203" pitchFamily="34" charset="0"/>
                </a:rPr>
                <a:t>Browser</a:t>
              </a:r>
              <a:endParaRPr lang="en-US" sz="900" dirty="0">
                <a:solidFill>
                  <a:srgbClr val="5F5F5F"/>
                </a:solidFill>
                <a:latin typeface="Segoe UI" panose="020B0502040204020203" pitchFamily="34" charset="0"/>
                <a:cs typeface="Segoe UI" panose="020B0502040204020203" pitchFamily="34" charset="0"/>
              </a:endParaRPr>
            </a:p>
          </p:txBody>
        </p:sp>
        <p:sp>
          <p:nvSpPr>
            <p:cNvPr id="56" name="Menu Button" descr="&lt;SmartSettings&gt;&lt;SmartResize anchorLeft=&quot;None&quot; anchorTop=&quot;Absolute&quot; anchorRight=&quot;Absolute&quot; anchorBottom=&quot;None&quot; /&gt;&lt;/SmartSettings&gt;"/>
            <p:cNvSpPr>
              <a:spLocks noChangeAspect="1" noEditPoints="1"/>
            </p:cNvSpPr>
            <p:nvPr>
              <p:custDataLst>
                <p:tags r:id="rId4"/>
              </p:custDataLst>
            </p:nvPr>
          </p:nvSpPr>
          <p:spPr bwMode="auto">
            <a:xfrm>
              <a:off x="7121019" y="1456895"/>
              <a:ext cx="89785" cy="71702"/>
            </a:xfrm>
            <a:custGeom>
              <a:avLst/>
              <a:gdLst>
                <a:gd name="T0" fmla="*/ 0 w 415"/>
                <a:gd name="T1" fmla="*/ 309 h 309"/>
                <a:gd name="T2" fmla="*/ 415 w 415"/>
                <a:gd name="T3" fmla="*/ 309 h 309"/>
                <a:gd name="T4" fmla="*/ 0 w 415"/>
                <a:gd name="T5" fmla="*/ 155 h 309"/>
                <a:gd name="T6" fmla="*/ 415 w 415"/>
                <a:gd name="T7" fmla="*/ 155 h 309"/>
                <a:gd name="T8" fmla="*/ 0 w 415"/>
                <a:gd name="T9" fmla="*/ 0 h 309"/>
                <a:gd name="T10" fmla="*/ 415 w 415"/>
                <a:gd name="T11" fmla="*/ 0 h 309"/>
              </a:gdLst>
              <a:ahLst/>
              <a:cxnLst>
                <a:cxn ang="0">
                  <a:pos x="T0" y="T1"/>
                </a:cxn>
                <a:cxn ang="0">
                  <a:pos x="T2" y="T3"/>
                </a:cxn>
                <a:cxn ang="0">
                  <a:pos x="T4" y="T5"/>
                </a:cxn>
                <a:cxn ang="0">
                  <a:pos x="T6" y="T7"/>
                </a:cxn>
                <a:cxn ang="0">
                  <a:pos x="T8" y="T9"/>
                </a:cxn>
                <a:cxn ang="0">
                  <a:pos x="T10" y="T11"/>
                </a:cxn>
              </a:cxnLst>
              <a:rect l="0" t="0" r="r" b="b"/>
              <a:pathLst>
                <a:path w="415" h="309">
                  <a:moveTo>
                    <a:pt x="0" y="309"/>
                  </a:moveTo>
                  <a:lnTo>
                    <a:pt x="415" y="309"/>
                  </a:lnTo>
                  <a:moveTo>
                    <a:pt x="0" y="155"/>
                  </a:moveTo>
                  <a:lnTo>
                    <a:pt x="415" y="155"/>
                  </a:lnTo>
                  <a:moveTo>
                    <a:pt x="0" y="0"/>
                  </a:moveTo>
                  <a:lnTo>
                    <a:pt x="415" y="0"/>
                  </a:lnTo>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57" name="Close Button" descr="&lt;SmartSettings&gt;&lt;SmartResize anchorLeft=&quot;None&quot; anchorTop=&quot;Absolute&quot; anchorRight=&quot;Absolute&quot; anchorBottom=&quot;None&quot; /&gt;&lt;/SmartSettings&gt;"/>
            <p:cNvSpPr>
              <a:spLocks noEditPoints="1"/>
            </p:cNvSpPr>
            <p:nvPr>
              <p:custDataLst>
                <p:tags r:id="rId5"/>
              </p:custDataLst>
            </p:nvPr>
          </p:nvSpPr>
          <p:spPr bwMode="auto">
            <a:xfrm>
              <a:off x="7137262" y="1306565"/>
              <a:ext cx="59220" cy="60593"/>
            </a:xfrm>
            <a:custGeom>
              <a:avLst/>
              <a:gdLst>
                <a:gd name="T0" fmla="*/ 254 w 254"/>
                <a:gd name="T1" fmla="*/ 0 h 254"/>
                <a:gd name="T2" fmla="*/ 0 w 254"/>
                <a:gd name="T3" fmla="*/ 254 h 254"/>
                <a:gd name="T4" fmla="*/ 0 w 254"/>
                <a:gd name="T5" fmla="*/ 0 h 254"/>
                <a:gd name="T6" fmla="*/ 254 w 254"/>
                <a:gd name="T7" fmla="*/ 254 h 254"/>
              </a:gdLst>
              <a:ahLst/>
              <a:cxnLst>
                <a:cxn ang="0">
                  <a:pos x="T0" y="T1"/>
                </a:cxn>
                <a:cxn ang="0">
                  <a:pos x="T2" y="T3"/>
                </a:cxn>
                <a:cxn ang="0">
                  <a:pos x="T4" y="T5"/>
                </a:cxn>
                <a:cxn ang="0">
                  <a:pos x="T6" y="T7"/>
                </a:cxn>
              </a:cxnLst>
              <a:rect l="0" t="0" r="r" b="b"/>
              <a:pathLst>
                <a:path w="254" h="254">
                  <a:moveTo>
                    <a:pt x="254" y="0"/>
                  </a:moveTo>
                  <a:lnTo>
                    <a:pt x="0" y="254"/>
                  </a:lnTo>
                  <a:moveTo>
                    <a:pt x="0" y="0"/>
                  </a:moveTo>
                  <a:lnTo>
                    <a:pt x="254" y="254"/>
                  </a:lnTo>
                </a:path>
              </a:pathLst>
            </a:custGeom>
            <a:noFill/>
            <a:ln w="9525"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58" name="Address Box" descr="&lt;SmartSettings&gt;&lt;SmartResize anchorLeft=&quot;Absolute&quot; anchorTop=&quot;Absolute&quot; anchorRight=&quot;Absolute&quot; anchorBottom=&quot;None&quot; /&gt;&lt;/SmartSettings&gt;"/>
            <p:cNvSpPr/>
            <p:nvPr>
              <p:custDataLst>
                <p:tags r:id="rId6"/>
              </p:custDataLst>
            </p:nvPr>
          </p:nvSpPr>
          <p:spPr>
            <a:xfrm>
              <a:off x="1138944" y="1417126"/>
              <a:ext cx="5928731" cy="151240"/>
            </a:xfrm>
            <a:prstGeom prst="rect">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237744"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900" noProof="1" smtClean="0">
                  <a:solidFill>
                    <a:srgbClr val="5F5F5F"/>
                  </a:solidFill>
                  <a:latin typeface="Segoe UI" panose="020B0502040204020203" pitchFamily="34" charset="0"/>
                  <a:cs typeface="Segoe UI" panose="020B0502040204020203" pitchFamily="34" charset="0"/>
                </a:rPr>
                <a:t>www.Webshop.com</a:t>
              </a:r>
              <a:endParaRPr lang="en-US" sz="900" noProof="1">
                <a:solidFill>
                  <a:srgbClr val="5F5F5F"/>
                </a:solidFill>
                <a:latin typeface="Segoe UI" panose="020B0502040204020203" pitchFamily="34" charset="0"/>
                <a:cs typeface="Segoe UI" panose="020B0502040204020203" pitchFamily="34" charset="0"/>
              </a:endParaRPr>
            </a:p>
          </p:txBody>
        </p:sp>
        <p:sp>
          <p:nvSpPr>
            <p:cNvPr id="59" name="Document Icon" descr="&lt;SmartSettings&gt;&lt;SmartResize anchorLeft=&quot;Absolute&quot; anchorTop=&quot;Absolute&quot; anchorRight=&quot;None&quot; anchorBottom=&quot;None&quot; /&gt;&lt;/SmartSettings&gt;"/>
            <p:cNvSpPr>
              <a:spLocks noChangeAspect="1" noEditPoints="1"/>
            </p:cNvSpPr>
            <p:nvPr>
              <p:custDataLst>
                <p:tags r:id="rId7"/>
              </p:custDataLst>
            </p:nvPr>
          </p:nvSpPr>
          <p:spPr bwMode="auto">
            <a:xfrm>
              <a:off x="1184747" y="1450331"/>
              <a:ext cx="56355" cy="84830"/>
            </a:xfrm>
            <a:custGeom>
              <a:avLst/>
              <a:gdLst>
                <a:gd name="T0" fmla="*/ 153 w 260"/>
                <a:gd name="T1" fmla="*/ 7 h 367"/>
                <a:gd name="T2" fmla="*/ 153 w 260"/>
                <a:gd name="T3" fmla="*/ 108 h 367"/>
                <a:gd name="T4" fmla="*/ 253 w 260"/>
                <a:gd name="T5" fmla="*/ 108 h 367"/>
                <a:gd name="T6" fmla="*/ 0 w 260"/>
                <a:gd name="T7" fmla="*/ 0 h 367"/>
                <a:gd name="T8" fmla="*/ 0 w 260"/>
                <a:gd name="T9" fmla="*/ 367 h 367"/>
                <a:gd name="T10" fmla="*/ 260 w 260"/>
                <a:gd name="T11" fmla="*/ 367 h 367"/>
                <a:gd name="T12" fmla="*/ 260 w 260"/>
                <a:gd name="T13" fmla="*/ 100 h 367"/>
                <a:gd name="T14" fmla="*/ 161 w 260"/>
                <a:gd name="T15" fmla="*/ 1 h 367"/>
                <a:gd name="T16" fmla="*/ 0 w 260"/>
                <a:gd name="T17" fmla="*/ 0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 h="367">
                  <a:moveTo>
                    <a:pt x="153" y="7"/>
                  </a:moveTo>
                  <a:lnTo>
                    <a:pt x="153" y="108"/>
                  </a:lnTo>
                  <a:lnTo>
                    <a:pt x="253" y="108"/>
                  </a:lnTo>
                  <a:moveTo>
                    <a:pt x="0" y="0"/>
                  </a:moveTo>
                  <a:lnTo>
                    <a:pt x="0" y="367"/>
                  </a:lnTo>
                  <a:lnTo>
                    <a:pt x="260" y="367"/>
                  </a:lnTo>
                  <a:lnTo>
                    <a:pt x="260" y="100"/>
                  </a:lnTo>
                  <a:lnTo>
                    <a:pt x="161" y="1"/>
                  </a:lnTo>
                  <a:lnTo>
                    <a:pt x="0" y="0"/>
                  </a:lnTo>
                  <a:close/>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grpSp>
          <p:nvGrpSpPr>
            <p:cNvPr id="60" name="Navigation Buttons"/>
            <p:cNvGrpSpPr/>
            <p:nvPr/>
          </p:nvGrpSpPr>
          <p:grpSpPr>
            <a:xfrm>
              <a:off x="671443" y="1437706"/>
              <a:ext cx="385884" cy="110078"/>
              <a:chOff x="671443" y="1437706"/>
              <a:chExt cx="385884" cy="110078"/>
            </a:xfrm>
          </p:grpSpPr>
          <p:sp>
            <p:nvSpPr>
              <p:cNvPr id="61" name="Back Button" descr="&lt;SmartSettings&gt;&lt;SmartResize anchorLeft=&quot;Absolute&quot; anchorTop=&quot;Absolute&quot; anchorRight=&quot;None&quot; anchorBottom=&quot;None&quot; /&gt;&lt;/SmartSettings&gt;"/>
              <p:cNvSpPr>
                <a:spLocks noChangeAspect="1" noEditPoints="1"/>
              </p:cNvSpPr>
              <p:nvPr>
                <p:custDataLst>
                  <p:tags r:id="rId8"/>
                </p:custDataLst>
              </p:nvPr>
            </p:nvSpPr>
            <p:spPr bwMode="auto">
              <a:xfrm>
                <a:off x="671443" y="1454370"/>
                <a:ext cx="91695" cy="76751"/>
              </a:xfrm>
              <a:custGeom>
                <a:avLst/>
                <a:gdLst>
                  <a:gd name="T0" fmla="*/ 159 w 423"/>
                  <a:gd name="T1" fmla="*/ 332 h 332"/>
                  <a:gd name="T2" fmla="*/ 0 w 423"/>
                  <a:gd name="T3" fmla="*/ 166 h 332"/>
                  <a:gd name="T4" fmla="*/ 159 w 423"/>
                  <a:gd name="T5" fmla="*/ 0 h 332"/>
                  <a:gd name="T6" fmla="*/ 15 w 423"/>
                  <a:gd name="T7" fmla="*/ 166 h 332"/>
                  <a:gd name="T8" fmla="*/ 423 w 423"/>
                  <a:gd name="T9" fmla="*/ 166 h 332"/>
                </a:gdLst>
                <a:ahLst/>
                <a:cxnLst>
                  <a:cxn ang="0">
                    <a:pos x="T0" y="T1"/>
                  </a:cxn>
                  <a:cxn ang="0">
                    <a:pos x="T2" y="T3"/>
                  </a:cxn>
                  <a:cxn ang="0">
                    <a:pos x="T4" y="T5"/>
                  </a:cxn>
                  <a:cxn ang="0">
                    <a:pos x="T6" y="T7"/>
                  </a:cxn>
                  <a:cxn ang="0">
                    <a:pos x="T8" y="T9"/>
                  </a:cxn>
                </a:cxnLst>
                <a:rect l="0" t="0" r="r" b="b"/>
                <a:pathLst>
                  <a:path w="423" h="332">
                    <a:moveTo>
                      <a:pt x="159" y="332"/>
                    </a:moveTo>
                    <a:lnTo>
                      <a:pt x="0" y="166"/>
                    </a:lnTo>
                    <a:lnTo>
                      <a:pt x="159" y="0"/>
                    </a:lnTo>
                    <a:moveTo>
                      <a:pt x="15" y="166"/>
                    </a:moveTo>
                    <a:lnTo>
                      <a:pt x="423" y="166"/>
                    </a:lnTo>
                  </a:path>
                </a:pathLst>
              </a:custGeom>
              <a:noFill/>
              <a:ln w="6350" cap="sq">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62" name="Forward Button" descr="&lt;SmartSettings&gt;&lt;SmartResize anchorLeft=&quot;Absolute&quot; anchorTop=&quot;Absolute&quot; anchorRight=&quot;None&quot; anchorBottom=&quot;None&quot; /&gt;&lt;/SmartSettings&gt;"/>
              <p:cNvSpPr>
                <a:spLocks noChangeAspect="1" noEditPoints="1"/>
              </p:cNvSpPr>
              <p:nvPr>
                <p:custDataLst>
                  <p:tags r:id="rId9"/>
                </p:custDataLst>
              </p:nvPr>
            </p:nvSpPr>
            <p:spPr bwMode="auto">
              <a:xfrm>
                <a:off x="816627" y="1454370"/>
                <a:ext cx="91695" cy="76751"/>
              </a:xfrm>
              <a:custGeom>
                <a:avLst/>
                <a:gdLst>
                  <a:gd name="T0" fmla="*/ 265 w 423"/>
                  <a:gd name="T1" fmla="*/ 0 h 332"/>
                  <a:gd name="T2" fmla="*/ 423 w 423"/>
                  <a:gd name="T3" fmla="*/ 166 h 332"/>
                  <a:gd name="T4" fmla="*/ 265 w 423"/>
                  <a:gd name="T5" fmla="*/ 332 h 332"/>
                  <a:gd name="T6" fmla="*/ 408 w 423"/>
                  <a:gd name="T7" fmla="*/ 166 h 332"/>
                  <a:gd name="T8" fmla="*/ 0 w 423"/>
                  <a:gd name="T9" fmla="*/ 166 h 332"/>
                </a:gdLst>
                <a:ahLst/>
                <a:cxnLst>
                  <a:cxn ang="0">
                    <a:pos x="T0" y="T1"/>
                  </a:cxn>
                  <a:cxn ang="0">
                    <a:pos x="T2" y="T3"/>
                  </a:cxn>
                  <a:cxn ang="0">
                    <a:pos x="T4" y="T5"/>
                  </a:cxn>
                  <a:cxn ang="0">
                    <a:pos x="T6" y="T7"/>
                  </a:cxn>
                  <a:cxn ang="0">
                    <a:pos x="T8" y="T9"/>
                  </a:cxn>
                </a:cxnLst>
                <a:rect l="0" t="0" r="r" b="b"/>
                <a:pathLst>
                  <a:path w="423" h="332">
                    <a:moveTo>
                      <a:pt x="265" y="0"/>
                    </a:moveTo>
                    <a:lnTo>
                      <a:pt x="423" y="166"/>
                    </a:lnTo>
                    <a:lnTo>
                      <a:pt x="265" y="332"/>
                    </a:lnTo>
                    <a:moveTo>
                      <a:pt x="408" y="166"/>
                    </a:moveTo>
                    <a:lnTo>
                      <a:pt x="0" y="166"/>
                    </a:lnTo>
                  </a:path>
                </a:pathLst>
              </a:custGeom>
              <a:noFill/>
              <a:ln w="6350" cap="sq">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63" name="Reload Button" descr="&lt;SmartSettings&gt;&lt;SmartResize anchorLeft=&quot;Absolute&quot; anchorTop=&quot;Absolute&quot; anchorRight=&quot;None&quot; anchorBottom=&quot;None&quot; /&gt;&lt;/SmartSettings&gt;"/>
              <p:cNvSpPr>
                <a:spLocks noChangeAspect="1" noEditPoints="1"/>
              </p:cNvSpPr>
              <p:nvPr>
                <p:custDataLst>
                  <p:tags r:id="rId10"/>
                </p:custDataLst>
              </p:nvPr>
            </p:nvSpPr>
            <p:spPr bwMode="auto">
              <a:xfrm>
                <a:off x="961811" y="1437706"/>
                <a:ext cx="95516" cy="110078"/>
              </a:xfrm>
              <a:custGeom>
                <a:avLst/>
                <a:gdLst>
                  <a:gd name="T0" fmla="*/ 441 w 441"/>
                  <a:gd name="T1" fmla="*/ 7 h 474"/>
                  <a:gd name="T2" fmla="*/ 441 w 441"/>
                  <a:gd name="T3" fmla="*/ 144 h 474"/>
                  <a:gd name="T4" fmla="*/ 296 w 441"/>
                  <a:gd name="T5" fmla="*/ 144 h 474"/>
                  <a:gd name="T6" fmla="*/ 438 w 441"/>
                  <a:gd name="T7" fmla="*/ 309 h 474"/>
                  <a:gd name="T8" fmla="*/ 166 w 441"/>
                  <a:gd name="T9" fmla="*/ 434 h 474"/>
                  <a:gd name="T10" fmla="*/ 41 w 441"/>
                  <a:gd name="T11" fmla="*/ 162 h 474"/>
                  <a:gd name="T12" fmla="*/ 313 w 441"/>
                  <a:gd name="T13" fmla="*/ 37 h 474"/>
                  <a:gd name="T14" fmla="*/ 428 w 441"/>
                  <a:gd name="T15" fmla="*/ 139 h 4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1" h="474">
                    <a:moveTo>
                      <a:pt x="441" y="7"/>
                    </a:moveTo>
                    <a:lnTo>
                      <a:pt x="441" y="144"/>
                    </a:lnTo>
                    <a:lnTo>
                      <a:pt x="296" y="144"/>
                    </a:lnTo>
                    <a:moveTo>
                      <a:pt x="438" y="309"/>
                    </a:moveTo>
                    <a:cubicBezTo>
                      <a:pt x="397" y="418"/>
                      <a:pt x="276" y="474"/>
                      <a:pt x="166" y="434"/>
                    </a:cubicBezTo>
                    <a:cubicBezTo>
                      <a:pt x="56" y="393"/>
                      <a:pt x="0" y="271"/>
                      <a:pt x="41" y="162"/>
                    </a:cubicBezTo>
                    <a:cubicBezTo>
                      <a:pt x="82" y="52"/>
                      <a:pt x="202" y="0"/>
                      <a:pt x="313" y="37"/>
                    </a:cubicBezTo>
                    <a:cubicBezTo>
                      <a:pt x="357" y="51"/>
                      <a:pt x="398" y="91"/>
                      <a:pt x="428" y="139"/>
                    </a:cubicBezTo>
                  </a:path>
                </a:pathLst>
              </a:custGeom>
              <a:noFill/>
              <a:ln w="6350" cap="flat">
                <a:solidFill>
                  <a:srgbClr val="80808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grpSp>
      </p:grpSp>
      <p:grpSp>
        <p:nvGrpSpPr>
          <p:cNvPr id="64" name="Jumbotron Example"/>
          <p:cNvGrpSpPr/>
          <p:nvPr/>
        </p:nvGrpSpPr>
        <p:grpSpPr>
          <a:xfrm>
            <a:off x="1406034" y="557034"/>
            <a:ext cx="9239256" cy="6130793"/>
            <a:chOff x="1476372" y="363604"/>
            <a:chExt cx="9239256" cy="6130793"/>
          </a:xfrm>
        </p:grpSpPr>
        <p:sp>
          <p:nvSpPr>
            <p:cNvPr id="65" name="Navbar Shape"/>
            <p:cNvSpPr/>
            <p:nvPr/>
          </p:nvSpPr>
          <p:spPr>
            <a:xfrm>
              <a:off x="1476372" y="363604"/>
              <a:ext cx="9239256" cy="495300"/>
            </a:xfrm>
            <a:prstGeom prst="roundRect">
              <a:avLst>
                <a:gd name="adj" fmla="val 0"/>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28016" tIns="45720" rIns="128016"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400" dirty="0" err="1" smtClean="0">
                  <a:solidFill>
                    <a:srgbClr val="5F5F5F"/>
                  </a:solidFill>
                  <a:latin typeface="Segoe UI" panose="020B0502040204020203" pitchFamily="34" charset="0"/>
                  <a:cs typeface="Segoe UI" panose="020B0502040204020203" pitchFamily="34" charset="0"/>
                </a:rPr>
                <a:t>Opret</a:t>
              </a:r>
              <a:r>
                <a:rPr lang="en-US" sz="1400" dirty="0" smtClean="0">
                  <a:solidFill>
                    <a:srgbClr val="5F5F5F"/>
                  </a:solidFill>
                  <a:latin typeface="Segoe UI" panose="020B0502040204020203" pitchFamily="34" charset="0"/>
                  <a:cs typeface="Segoe UI" panose="020B0502040204020203" pitchFamily="34" charset="0"/>
                </a:rPr>
                <a:t> </a:t>
              </a:r>
              <a:r>
                <a:rPr lang="en-US" sz="1400" dirty="0" err="1" smtClean="0">
                  <a:solidFill>
                    <a:srgbClr val="5F5F5F"/>
                  </a:solidFill>
                  <a:latin typeface="Segoe UI" panose="020B0502040204020203" pitchFamily="34" charset="0"/>
                  <a:cs typeface="Segoe UI" panose="020B0502040204020203" pitchFamily="34" charset="0"/>
                </a:rPr>
                <a:t>Ny</a:t>
              </a:r>
              <a:r>
                <a:rPr lang="en-US" sz="1400" dirty="0" smtClean="0">
                  <a:solidFill>
                    <a:srgbClr val="5F5F5F"/>
                  </a:solidFill>
                  <a:latin typeface="Segoe UI" panose="020B0502040204020203" pitchFamily="34" charset="0"/>
                  <a:cs typeface="Segoe UI" panose="020B0502040204020203" pitchFamily="34" charset="0"/>
                </a:rPr>
                <a:t> Side (</a:t>
              </a:r>
              <a:r>
                <a:rPr lang="en-US" sz="1400" dirty="0" err="1" smtClean="0">
                  <a:solidFill>
                    <a:srgbClr val="5F5F5F"/>
                  </a:solidFill>
                  <a:latin typeface="Segoe UI" panose="020B0502040204020203" pitchFamily="34" charset="0"/>
                  <a:cs typeface="Segoe UI" panose="020B0502040204020203" pitchFamily="34" charset="0"/>
                </a:rPr>
                <a:t>Kategori</a:t>
              </a:r>
              <a:r>
                <a:rPr lang="en-US" sz="1400" dirty="0" smtClean="0">
                  <a:solidFill>
                    <a:srgbClr val="5F5F5F"/>
                  </a:solidFill>
                  <a:latin typeface="Segoe UI" panose="020B0502040204020203" pitchFamily="34" charset="0"/>
                  <a:cs typeface="Segoe UI" panose="020B0502040204020203" pitchFamily="34" charset="0"/>
                </a:rPr>
                <a:t>)</a:t>
              </a:r>
              <a:endParaRPr lang="en-US" sz="1400" dirty="0" smtClean="0">
                <a:solidFill>
                  <a:srgbClr val="5F5F5F"/>
                </a:solidFill>
                <a:latin typeface="Segoe UI" panose="020B0502040204020203" pitchFamily="34" charset="0"/>
                <a:cs typeface="Segoe UI" panose="020B0502040204020203" pitchFamily="34" charset="0"/>
              </a:endParaRPr>
            </a:p>
          </p:txBody>
        </p:sp>
        <p:sp>
          <p:nvSpPr>
            <p:cNvPr id="67" name="Button"/>
            <p:cNvSpPr/>
            <p:nvPr/>
          </p:nvSpPr>
          <p:spPr>
            <a:xfrm>
              <a:off x="9965402" y="455985"/>
              <a:ext cx="648588" cy="310539"/>
            </a:xfrm>
            <a:prstGeom prst="roundRect">
              <a:avLst>
                <a:gd name="adj" fmla="val 11182"/>
              </a:avLst>
            </a:prstGeom>
            <a:solidFill>
              <a:schemeClr val="accent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64008" rIns="91440"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dirty="0" smtClean="0">
                  <a:solidFill>
                    <a:srgbClr val="5F5F5F"/>
                  </a:solidFill>
                  <a:latin typeface="Segoe UI" panose="020B0502040204020203" pitchFamily="34" charset="0"/>
                  <a:cs typeface="Segoe UI" panose="020B0502040204020203" pitchFamily="34" charset="0"/>
                </a:rPr>
                <a:t>Log </a:t>
              </a:r>
              <a:r>
                <a:rPr lang="en-US" sz="1050" dirty="0" err="1" smtClean="0">
                  <a:solidFill>
                    <a:srgbClr val="5F5F5F"/>
                  </a:solidFill>
                  <a:latin typeface="Segoe UI" panose="020B0502040204020203" pitchFamily="34" charset="0"/>
                  <a:cs typeface="Segoe UI" panose="020B0502040204020203" pitchFamily="34" charset="0"/>
                </a:rPr>
                <a:t>ind</a:t>
              </a:r>
              <a:endParaRPr lang="en-US" sz="1050" dirty="0" smtClean="0">
                <a:solidFill>
                  <a:srgbClr val="5F5F5F"/>
                </a:solidFill>
                <a:latin typeface="Segoe UI" panose="020B0502040204020203" pitchFamily="34" charset="0"/>
                <a:cs typeface="Segoe UI" panose="020B0502040204020203" pitchFamily="34" charset="0"/>
              </a:endParaRPr>
            </a:p>
          </p:txBody>
        </p:sp>
        <p:cxnSp>
          <p:nvCxnSpPr>
            <p:cNvPr id="79" name="Line"/>
            <p:cNvCxnSpPr/>
            <p:nvPr/>
          </p:nvCxnSpPr>
          <p:spPr>
            <a:xfrm>
              <a:off x="1476372" y="858904"/>
              <a:ext cx="9239256" cy="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grpSp>
          <p:nvGrpSpPr>
            <p:cNvPr id="80" name="Footer"/>
            <p:cNvGrpSpPr/>
            <p:nvPr/>
          </p:nvGrpSpPr>
          <p:grpSpPr>
            <a:xfrm>
              <a:off x="1476372" y="6239350"/>
              <a:ext cx="9239256" cy="255047"/>
              <a:chOff x="1476372" y="6239350"/>
              <a:chExt cx="9239256" cy="255047"/>
            </a:xfrm>
          </p:grpSpPr>
          <p:cxnSp>
            <p:nvCxnSpPr>
              <p:cNvPr id="81" name="Line"/>
              <p:cNvCxnSpPr/>
              <p:nvPr/>
            </p:nvCxnSpPr>
            <p:spPr>
              <a:xfrm>
                <a:off x="1476372" y="6239350"/>
                <a:ext cx="9239256" cy="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82" name="Copyright"/>
              <p:cNvSpPr txBox="1"/>
              <p:nvPr/>
            </p:nvSpPr>
            <p:spPr>
              <a:xfrm>
                <a:off x="1624987" y="6292419"/>
                <a:ext cx="724557" cy="201978"/>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r>
                  <a:rPr lang="en-US" sz="1050" noProof="1">
                    <a:solidFill>
                      <a:srgbClr val="5F5F5F"/>
                    </a:solidFill>
                    <a:latin typeface="Segoe UI" panose="020B0502040204020203" pitchFamily="34" charset="0"/>
                    <a:cs typeface="Segoe UI" panose="020B0502040204020203" pitchFamily="34" charset="0"/>
                  </a:rPr>
                  <a:t>© Company</a:t>
                </a:r>
                <a:endParaRPr lang="en-US" sz="1050" noProof="1" smtClean="0">
                  <a:solidFill>
                    <a:srgbClr val="5F5F5F"/>
                  </a:solidFill>
                  <a:latin typeface="Segoe UI" panose="020B0502040204020203" pitchFamily="34" charset="0"/>
                  <a:cs typeface="Segoe UI" panose="020B0502040204020203" pitchFamily="34" charset="0"/>
                </a:endParaRPr>
              </a:p>
            </p:txBody>
          </p:sp>
        </p:grpSp>
      </p:grpSp>
      <p:sp>
        <p:nvSpPr>
          <p:cNvPr id="86" name="Breadcrumbs"/>
          <p:cNvSpPr/>
          <p:nvPr/>
        </p:nvSpPr>
        <p:spPr>
          <a:xfrm>
            <a:off x="1406034" y="1084766"/>
            <a:ext cx="9239256" cy="362652"/>
          </a:xfrm>
          <a:prstGeom prst="roundRect">
            <a:avLst>
              <a:gd name="adj" fmla="val 10538"/>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0584" tIns="82296" rIns="100584" bIns="82296"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50" dirty="0" err="1" smtClean="0">
                <a:solidFill>
                  <a:srgbClr val="5B9BD5"/>
                </a:solidFill>
                <a:latin typeface="Segoe UI" panose="020B0502040204020203" pitchFamily="34" charset="0"/>
                <a:cs typeface="Segoe UI" panose="020B0502040204020203" pitchFamily="34" charset="0"/>
              </a:rPr>
              <a:t>Forside</a:t>
            </a:r>
            <a:r>
              <a:rPr lang="en-US" sz="1050" dirty="0" smtClean="0">
                <a:solidFill>
                  <a:srgbClr val="5F5F5F"/>
                </a:solidFill>
                <a:latin typeface="Segoe UI" panose="020B0502040204020203" pitchFamily="34" charset="0"/>
                <a:cs typeface="Segoe UI" panose="020B0502040204020203" pitchFamily="34" charset="0"/>
              </a:rPr>
              <a:t>  /  </a:t>
            </a:r>
            <a:r>
              <a:rPr lang="en-US" sz="1050" dirty="0" err="1" smtClean="0">
                <a:solidFill>
                  <a:srgbClr val="5B9BD5"/>
                </a:solidFill>
                <a:latin typeface="Segoe UI" panose="020B0502040204020203" pitchFamily="34" charset="0"/>
                <a:cs typeface="Segoe UI" panose="020B0502040204020203" pitchFamily="34" charset="0"/>
              </a:rPr>
              <a:t>Kategorier</a:t>
            </a:r>
            <a:r>
              <a:rPr lang="en-US" sz="1050" dirty="0" smtClean="0">
                <a:solidFill>
                  <a:srgbClr val="5F5F5F"/>
                </a:solidFill>
                <a:latin typeface="Segoe UI" panose="020B0502040204020203" pitchFamily="34" charset="0"/>
                <a:cs typeface="Segoe UI" panose="020B0502040204020203" pitchFamily="34" charset="0"/>
              </a:rPr>
              <a:t>  /  </a:t>
            </a:r>
            <a:r>
              <a:rPr lang="en-US" sz="1050" dirty="0" err="1" smtClean="0">
                <a:solidFill>
                  <a:schemeClr val="accent1"/>
                </a:solidFill>
                <a:latin typeface="Segoe UI" panose="020B0502040204020203" pitchFamily="34" charset="0"/>
                <a:cs typeface="Segoe UI" panose="020B0502040204020203" pitchFamily="34" charset="0"/>
              </a:rPr>
              <a:t>Kurv</a:t>
            </a:r>
            <a:endParaRPr lang="en-US" sz="1050" dirty="0" smtClean="0">
              <a:solidFill>
                <a:schemeClr val="accent1"/>
              </a:solidFill>
              <a:latin typeface="Segoe UI" panose="020B0502040204020203" pitchFamily="34" charset="0"/>
              <a:cs typeface="Segoe UI" panose="020B0502040204020203" pitchFamily="34" charset="0"/>
            </a:endParaRPr>
          </a:p>
        </p:txBody>
      </p:sp>
      <p:grpSp>
        <p:nvGrpSpPr>
          <p:cNvPr id="25" name="Blockquote"/>
          <p:cNvGrpSpPr/>
          <p:nvPr/>
        </p:nvGrpSpPr>
        <p:grpSpPr>
          <a:xfrm>
            <a:off x="1442476" y="1632357"/>
            <a:ext cx="1602378" cy="700088"/>
            <a:chOff x="1071562" y="3898106"/>
            <a:chExt cx="1602378" cy="700088"/>
          </a:xfrm>
        </p:grpSpPr>
        <p:sp>
          <p:nvSpPr>
            <p:cNvPr id="26" name="Text"/>
            <p:cNvSpPr txBox="1"/>
            <p:nvPr/>
          </p:nvSpPr>
          <p:spPr>
            <a:xfrm>
              <a:off x="1263810" y="4136692"/>
              <a:ext cx="1410130" cy="250068"/>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r>
                <a:rPr lang="en-US" sz="1300" noProof="1" smtClean="0">
                  <a:solidFill>
                    <a:srgbClr val="5F5F5F"/>
                  </a:solidFill>
                  <a:latin typeface="Segoe UI Semibold" panose="020B0702040204020203" pitchFamily="34" charset="0"/>
                  <a:cs typeface="Segoe UI Semibold" panose="020B0702040204020203" pitchFamily="34" charset="0"/>
                </a:rPr>
                <a:t>Opret Nyt produkt</a:t>
              </a:r>
              <a:endParaRPr lang="en-US" sz="1300" noProof="1" smtClean="0">
                <a:solidFill>
                  <a:srgbClr val="5F5F5F"/>
                </a:solidFill>
                <a:latin typeface="Segoe UI Semibold" panose="020B0702040204020203" pitchFamily="34" charset="0"/>
                <a:cs typeface="Segoe UI Semibold" panose="020B0702040204020203" pitchFamily="34" charset="0"/>
              </a:endParaRPr>
            </a:p>
          </p:txBody>
        </p:sp>
        <p:cxnSp>
          <p:nvCxnSpPr>
            <p:cNvPr id="27" name="Line"/>
            <p:cNvCxnSpPr/>
            <p:nvPr/>
          </p:nvCxnSpPr>
          <p:spPr>
            <a:xfrm flipV="1">
              <a:off x="1071562" y="3898106"/>
              <a:ext cx="0" cy="700088"/>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grpSp>
      <p:grpSp>
        <p:nvGrpSpPr>
          <p:cNvPr id="29" name="Input with Label"/>
          <p:cNvGrpSpPr/>
          <p:nvPr/>
        </p:nvGrpSpPr>
        <p:grpSpPr>
          <a:xfrm>
            <a:off x="1561187" y="3968976"/>
            <a:ext cx="2504700" cy="572999"/>
            <a:chOff x="908150" y="2873283"/>
            <a:chExt cx="2504700" cy="572999"/>
          </a:xfrm>
        </p:grpSpPr>
        <p:sp>
          <p:nvSpPr>
            <p:cNvPr id="30" name="Input"/>
            <p:cNvSpPr/>
            <p:nvPr/>
          </p:nvSpPr>
          <p:spPr>
            <a:xfrm>
              <a:off x="908150" y="3138556"/>
              <a:ext cx="2504700" cy="307726"/>
            </a:xfrm>
            <a:prstGeom prst="roundRect">
              <a:avLst>
                <a:gd name="adj" fmla="val 10785"/>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0584" tIns="64008" rIns="100584"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050" dirty="0" smtClean="0">
                <a:solidFill>
                  <a:srgbClr val="5F5F5F"/>
                </a:solidFill>
                <a:latin typeface="Segoe UI" panose="020B0502040204020203" pitchFamily="34" charset="0"/>
                <a:cs typeface="Segoe UI" panose="020B0502040204020203" pitchFamily="34" charset="0"/>
              </a:endParaRPr>
            </a:p>
          </p:txBody>
        </p:sp>
        <p:sp>
          <p:nvSpPr>
            <p:cNvPr id="31" name="Label"/>
            <p:cNvSpPr txBox="1"/>
            <p:nvPr/>
          </p:nvSpPr>
          <p:spPr>
            <a:xfrm>
              <a:off x="908150" y="2873283"/>
              <a:ext cx="1376980" cy="211596"/>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r>
                <a:rPr lang="en-US" sz="1100" b="1" noProof="1" smtClean="0">
                  <a:solidFill>
                    <a:srgbClr val="5F5F5F"/>
                  </a:solidFill>
                  <a:latin typeface="Segoe UI" panose="020B0502040204020203" pitchFamily="34" charset="0"/>
                  <a:cs typeface="Segoe UI" panose="020B0502040204020203" pitchFamily="34" charset="0"/>
                </a:rPr>
                <a:t>Navn på nyt Produkt</a:t>
              </a:r>
              <a:endParaRPr lang="en-US" sz="1100" b="1" noProof="1" smtClean="0">
                <a:solidFill>
                  <a:srgbClr val="5F5F5F"/>
                </a:solidFill>
                <a:latin typeface="Segoe UI" panose="020B0502040204020203" pitchFamily="34" charset="0"/>
                <a:cs typeface="Segoe UI" panose="020B0502040204020203" pitchFamily="34" charset="0"/>
              </a:endParaRPr>
            </a:p>
          </p:txBody>
        </p:sp>
      </p:grpSp>
      <p:sp>
        <p:nvSpPr>
          <p:cNvPr id="35" name="Button"/>
          <p:cNvSpPr/>
          <p:nvPr/>
        </p:nvSpPr>
        <p:spPr>
          <a:xfrm>
            <a:off x="5104413" y="5046227"/>
            <a:ext cx="1050994" cy="310539"/>
          </a:xfrm>
          <a:prstGeom prst="roundRect">
            <a:avLst>
              <a:gd name="adj" fmla="val 11182"/>
            </a:avLst>
          </a:prstGeom>
          <a:solidFill>
            <a:schemeClr val="accent1"/>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64008" rIns="91440"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050" dirty="0" err="1" smtClean="0">
                <a:solidFill>
                  <a:srgbClr val="5F5F5F"/>
                </a:solidFill>
                <a:latin typeface="Segoe UI" panose="020B0502040204020203" pitchFamily="34" charset="0"/>
                <a:cs typeface="Segoe UI" panose="020B0502040204020203" pitchFamily="34" charset="0"/>
              </a:rPr>
              <a:t>Opret</a:t>
            </a:r>
            <a:r>
              <a:rPr lang="en-US" sz="1050" dirty="0" smtClean="0">
                <a:solidFill>
                  <a:srgbClr val="5F5F5F"/>
                </a:solidFill>
                <a:latin typeface="Segoe UI" panose="020B0502040204020203" pitchFamily="34" charset="0"/>
                <a:cs typeface="Segoe UI" panose="020B0502040204020203" pitchFamily="34" charset="0"/>
              </a:rPr>
              <a:t> </a:t>
            </a:r>
            <a:r>
              <a:rPr lang="en-US" sz="1050" dirty="0" err="1">
                <a:solidFill>
                  <a:srgbClr val="5F5F5F"/>
                </a:solidFill>
                <a:latin typeface="Segoe UI" panose="020B0502040204020203" pitchFamily="34" charset="0"/>
                <a:cs typeface="Segoe UI" panose="020B0502040204020203" pitchFamily="34" charset="0"/>
              </a:rPr>
              <a:t>P</a:t>
            </a:r>
            <a:r>
              <a:rPr lang="en-US" sz="1050" dirty="0" err="1" smtClean="0">
                <a:solidFill>
                  <a:srgbClr val="5F5F5F"/>
                </a:solidFill>
                <a:latin typeface="Segoe UI" panose="020B0502040204020203" pitchFamily="34" charset="0"/>
                <a:cs typeface="Segoe UI" panose="020B0502040204020203" pitchFamily="34" charset="0"/>
              </a:rPr>
              <a:t>rodukt</a:t>
            </a:r>
            <a:endParaRPr lang="en-US" sz="1050" dirty="0" smtClean="0">
              <a:solidFill>
                <a:srgbClr val="5F5F5F"/>
              </a:solidFill>
              <a:latin typeface="Segoe UI" panose="020B0502040204020203" pitchFamily="34" charset="0"/>
              <a:cs typeface="Segoe UI" panose="020B0502040204020203" pitchFamily="34" charset="0"/>
            </a:endParaRPr>
          </a:p>
        </p:txBody>
      </p:sp>
      <p:grpSp>
        <p:nvGrpSpPr>
          <p:cNvPr id="45" name="Input with Label"/>
          <p:cNvGrpSpPr/>
          <p:nvPr/>
        </p:nvGrpSpPr>
        <p:grpSpPr>
          <a:xfrm>
            <a:off x="1561187" y="4780954"/>
            <a:ext cx="2504700" cy="572999"/>
            <a:chOff x="908150" y="2873283"/>
            <a:chExt cx="2504700" cy="572999"/>
          </a:xfrm>
        </p:grpSpPr>
        <p:sp>
          <p:nvSpPr>
            <p:cNvPr id="46" name="Input"/>
            <p:cNvSpPr/>
            <p:nvPr/>
          </p:nvSpPr>
          <p:spPr>
            <a:xfrm>
              <a:off x="908150" y="3138556"/>
              <a:ext cx="2504700" cy="307726"/>
            </a:xfrm>
            <a:prstGeom prst="roundRect">
              <a:avLst>
                <a:gd name="adj" fmla="val 10785"/>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0584" tIns="64008" rIns="100584" bIns="64008"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050" dirty="0" smtClean="0">
                <a:solidFill>
                  <a:srgbClr val="5F5F5F"/>
                </a:solidFill>
                <a:latin typeface="Segoe UI" panose="020B0502040204020203" pitchFamily="34" charset="0"/>
                <a:cs typeface="Segoe UI" panose="020B0502040204020203" pitchFamily="34" charset="0"/>
              </a:endParaRPr>
            </a:p>
          </p:txBody>
        </p:sp>
        <p:sp>
          <p:nvSpPr>
            <p:cNvPr id="47" name="Label"/>
            <p:cNvSpPr txBox="1"/>
            <p:nvPr/>
          </p:nvSpPr>
          <p:spPr>
            <a:xfrm>
              <a:off x="908150" y="2873283"/>
              <a:ext cx="1477969" cy="211596"/>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r>
                <a:rPr lang="en-US" sz="1100" b="1" noProof="1" smtClean="0">
                  <a:solidFill>
                    <a:srgbClr val="5F5F5F"/>
                  </a:solidFill>
                  <a:latin typeface="Segoe UI" panose="020B0502040204020203" pitchFamily="34" charset="0"/>
                  <a:cs typeface="Segoe UI" panose="020B0502040204020203" pitchFamily="34" charset="0"/>
                </a:rPr>
                <a:t>Beskrivelse af Produkt</a:t>
              </a:r>
              <a:endParaRPr lang="en-US" sz="1100" b="1" noProof="1" smtClean="0">
                <a:solidFill>
                  <a:srgbClr val="5F5F5F"/>
                </a:solidFill>
                <a:latin typeface="Segoe UI" panose="020B0502040204020203" pitchFamily="34" charset="0"/>
                <a:cs typeface="Segoe UI" panose="020B0502040204020203" pitchFamily="34" charset="0"/>
              </a:endParaRPr>
            </a:p>
          </p:txBody>
        </p:sp>
      </p:grpSp>
      <p:sp>
        <p:nvSpPr>
          <p:cNvPr id="32" name="Dropdown Menu"/>
          <p:cNvSpPr/>
          <p:nvPr/>
        </p:nvSpPr>
        <p:spPr>
          <a:xfrm>
            <a:off x="1571022" y="2566045"/>
            <a:ext cx="2494865" cy="1128034"/>
          </a:xfrm>
          <a:prstGeom prst="roundRect">
            <a:avLst>
              <a:gd name="adj" fmla="val 3180"/>
            </a:avLst>
          </a:prstGeom>
          <a:solidFill>
            <a:srgbClr val="FFFFFF"/>
          </a:solidFill>
          <a:ln w="6350">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73736" tIns="27432" rIns="173736" bIns="73152"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50000"/>
              </a:lnSpc>
            </a:pPr>
            <a:r>
              <a:rPr lang="en-US" sz="1100" dirty="0">
                <a:solidFill>
                  <a:srgbClr val="5F5F5F"/>
                </a:solidFill>
                <a:latin typeface="Segoe UI" panose="020B0502040204020203" pitchFamily="34" charset="0"/>
                <a:cs typeface="Segoe UI" panose="020B0502040204020203" pitchFamily="34" charset="0"/>
              </a:rPr>
              <a:t> </a:t>
            </a:r>
            <a:r>
              <a:rPr lang="en-US" sz="1100" dirty="0" smtClean="0">
                <a:solidFill>
                  <a:srgbClr val="5F5F5F"/>
                </a:solidFill>
                <a:latin typeface="Segoe UI" panose="020B0502040204020203" pitchFamily="34" charset="0"/>
                <a:cs typeface="Segoe UI" panose="020B0502040204020203" pitchFamily="34" charset="0"/>
              </a:rPr>
              <a:t>         </a:t>
            </a:r>
            <a:r>
              <a:rPr lang="en-US" sz="1100" dirty="0" err="1" smtClean="0">
                <a:solidFill>
                  <a:srgbClr val="5F5F5F"/>
                </a:solidFill>
                <a:latin typeface="Segoe UI" panose="020B0502040204020203" pitchFamily="34" charset="0"/>
                <a:cs typeface="Segoe UI" panose="020B0502040204020203" pitchFamily="34" charset="0"/>
              </a:rPr>
              <a:t>Kategori</a:t>
            </a:r>
            <a:r>
              <a:rPr lang="en-US" sz="1100" dirty="0" smtClean="0">
                <a:solidFill>
                  <a:srgbClr val="5F5F5F"/>
                </a:solidFill>
                <a:latin typeface="Segoe UI" panose="020B0502040204020203" pitchFamily="34" charset="0"/>
                <a:cs typeface="Segoe UI" panose="020B0502040204020203" pitchFamily="34" charset="0"/>
              </a:rPr>
              <a:t> 1</a:t>
            </a:r>
            <a:endParaRPr lang="en-US" sz="1100" dirty="0" smtClean="0">
              <a:solidFill>
                <a:srgbClr val="5F5F5F"/>
              </a:solidFill>
              <a:latin typeface="Segoe UI" panose="020B0502040204020203" pitchFamily="34" charset="0"/>
              <a:cs typeface="Segoe UI" panose="020B0502040204020203" pitchFamily="34" charset="0"/>
            </a:endParaRPr>
          </a:p>
          <a:p>
            <a:pPr>
              <a:lnSpc>
                <a:spcPct val="150000"/>
              </a:lnSpc>
            </a:pPr>
            <a:r>
              <a:rPr lang="en-US" sz="1100" dirty="0" smtClean="0">
                <a:solidFill>
                  <a:srgbClr val="5F5F5F"/>
                </a:solidFill>
                <a:latin typeface="Segoe UI" panose="020B0502040204020203" pitchFamily="34" charset="0"/>
                <a:cs typeface="Segoe UI" panose="020B0502040204020203" pitchFamily="34" charset="0"/>
              </a:rPr>
              <a:t>          </a:t>
            </a:r>
            <a:r>
              <a:rPr lang="en-US" sz="1100" dirty="0" err="1" smtClean="0">
                <a:solidFill>
                  <a:srgbClr val="5F5F5F"/>
                </a:solidFill>
                <a:latin typeface="Segoe UI" panose="020B0502040204020203" pitchFamily="34" charset="0"/>
                <a:cs typeface="Segoe UI" panose="020B0502040204020203" pitchFamily="34" charset="0"/>
              </a:rPr>
              <a:t>Kategori</a:t>
            </a:r>
            <a:r>
              <a:rPr lang="en-US" sz="1100" dirty="0" smtClean="0">
                <a:solidFill>
                  <a:srgbClr val="5F5F5F"/>
                </a:solidFill>
                <a:latin typeface="Segoe UI" panose="020B0502040204020203" pitchFamily="34" charset="0"/>
                <a:cs typeface="Segoe UI" panose="020B0502040204020203" pitchFamily="34" charset="0"/>
              </a:rPr>
              <a:t> 2</a:t>
            </a:r>
          </a:p>
          <a:p>
            <a:pPr>
              <a:lnSpc>
                <a:spcPct val="150000"/>
              </a:lnSpc>
            </a:pPr>
            <a:r>
              <a:rPr lang="en-US" sz="1100" dirty="0" smtClean="0">
                <a:solidFill>
                  <a:srgbClr val="5F5F5F"/>
                </a:solidFill>
                <a:latin typeface="Segoe UI" panose="020B0502040204020203" pitchFamily="34" charset="0"/>
                <a:cs typeface="Segoe UI" panose="020B0502040204020203" pitchFamily="34" charset="0"/>
              </a:rPr>
              <a:t>          </a:t>
            </a:r>
            <a:r>
              <a:rPr lang="en-US" sz="1100" dirty="0" err="1" smtClean="0">
                <a:solidFill>
                  <a:srgbClr val="5F5F5F"/>
                </a:solidFill>
                <a:latin typeface="Segoe UI" panose="020B0502040204020203" pitchFamily="34" charset="0"/>
                <a:cs typeface="Segoe UI" panose="020B0502040204020203" pitchFamily="34" charset="0"/>
              </a:rPr>
              <a:t>Kategori</a:t>
            </a:r>
            <a:r>
              <a:rPr lang="en-US" sz="1100" dirty="0" smtClean="0">
                <a:solidFill>
                  <a:srgbClr val="5F5F5F"/>
                </a:solidFill>
                <a:latin typeface="Segoe UI" panose="020B0502040204020203" pitchFamily="34" charset="0"/>
                <a:cs typeface="Segoe UI" panose="020B0502040204020203" pitchFamily="34" charset="0"/>
              </a:rPr>
              <a:t> 3</a:t>
            </a:r>
          </a:p>
          <a:p>
            <a:pPr>
              <a:lnSpc>
                <a:spcPct val="150000"/>
              </a:lnSpc>
            </a:pPr>
            <a:r>
              <a:rPr lang="en-US" sz="1100" dirty="0" smtClean="0">
                <a:solidFill>
                  <a:srgbClr val="5F5F5F"/>
                </a:solidFill>
                <a:latin typeface="Segoe UI" panose="020B0502040204020203" pitchFamily="34" charset="0"/>
                <a:cs typeface="Segoe UI" panose="020B0502040204020203" pitchFamily="34" charset="0"/>
              </a:rPr>
              <a:t>          </a:t>
            </a:r>
            <a:r>
              <a:rPr lang="en-US" sz="1100" dirty="0" err="1" smtClean="0">
                <a:solidFill>
                  <a:srgbClr val="5F5F5F"/>
                </a:solidFill>
                <a:latin typeface="Segoe UI" panose="020B0502040204020203" pitchFamily="34" charset="0"/>
                <a:cs typeface="Segoe UI" panose="020B0502040204020203" pitchFamily="34" charset="0"/>
              </a:rPr>
              <a:t>Kategori</a:t>
            </a:r>
            <a:r>
              <a:rPr lang="en-US" sz="1100" dirty="0" smtClean="0">
                <a:solidFill>
                  <a:srgbClr val="5F5F5F"/>
                </a:solidFill>
                <a:latin typeface="Segoe UI" panose="020B0502040204020203" pitchFamily="34" charset="0"/>
                <a:cs typeface="Segoe UI" panose="020B0502040204020203" pitchFamily="34" charset="0"/>
              </a:rPr>
              <a:t> 4</a:t>
            </a:r>
            <a:endParaRPr lang="en-US" sz="1100" dirty="0" smtClean="0">
              <a:solidFill>
                <a:srgbClr val="5F5F5F"/>
              </a:solidFill>
              <a:latin typeface="Segoe UI" panose="020B0502040204020203" pitchFamily="34" charset="0"/>
              <a:cs typeface="Segoe UI" panose="020B0502040204020203" pitchFamily="34" charset="0"/>
            </a:endParaRPr>
          </a:p>
        </p:txBody>
      </p:sp>
      <p:sp>
        <p:nvSpPr>
          <p:cNvPr id="33" name="Text"/>
          <p:cNvSpPr txBox="1"/>
          <p:nvPr/>
        </p:nvSpPr>
        <p:spPr>
          <a:xfrm>
            <a:off x="1618676" y="2258621"/>
            <a:ext cx="2578976" cy="250068"/>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r>
              <a:rPr lang="en-US" sz="1300" noProof="1" smtClean="0">
                <a:solidFill>
                  <a:srgbClr val="5F5F5F"/>
                </a:solidFill>
                <a:latin typeface="Segoe UI Semibold" panose="020B0702040204020203" pitchFamily="34" charset="0"/>
                <a:cs typeface="Segoe UI Semibold" panose="020B0702040204020203" pitchFamily="34" charset="0"/>
              </a:rPr>
              <a:t>Vælg hvor produktet skal oprettes</a:t>
            </a:r>
            <a:endParaRPr lang="en-US" sz="1300" noProof="1" smtClean="0">
              <a:solidFill>
                <a:srgbClr val="5F5F5F"/>
              </a:solidFill>
              <a:latin typeface="Segoe UI Semibold" panose="020B0702040204020203" pitchFamily="34" charset="0"/>
              <a:cs typeface="Segoe UI Semibold" panose="020B0702040204020203" pitchFamily="34" charset="0"/>
            </a:endParaRPr>
          </a:p>
        </p:txBody>
      </p:sp>
      <p:grpSp>
        <p:nvGrpSpPr>
          <p:cNvPr id="34" name="Checkbox"/>
          <p:cNvGrpSpPr/>
          <p:nvPr/>
        </p:nvGrpSpPr>
        <p:grpSpPr>
          <a:xfrm>
            <a:off x="3383138" y="2647476"/>
            <a:ext cx="193769" cy="181973"/>
            <a:chOff x="863600" y="1279822"/>
            <a:chExt cx="193769" cy="181973"/>
          </a:xfrm>
        </p:grpSpPr>
        <p:grpSp>
          <p:nvGrpSpPr>
            <p:cNvPr id="36" name="Checkbox"/>
            <p:cNvGrpSpPr/>
            <p:nvPr/>
          </p:nvGrpSpPr>
          <p:grpSpPr>
            <a:xfrm>
              <a:off x="863600" y="1306515"/>
              <a:ext cx="128588" cy="128588"/>
              <a:chOff x="863600" y="1311275"/>
              <a:chExt cx="128588" cy="128588"/>
            </a:xfrm>
          </p:grpSpPr>
          <p:sp>
            <p:nvSpPr>
              <p:cNvPr id="38" name="Box"/>
              <p:cNvSpPr>
                <a:spLocks noChangeAspect="1" noChangeArrowheads="1"/>
              </p:cNvSpPr>
              <p:nvPr/>
            </p:nvSpPr>
            <p:spPr bwMode="auto">
              <a:xfrm>
                <a:off x="863600" y="1311275"/>
                <a:ext cx="128588" cy="128588"/>
              </a:xfrm>
              <a:prstGeom prst="rect">
                <a:avLst/>
              </a:prstGeom>
              <a:solidFill>
                <a:srgbClr val="FFFFFF"/>
              </a:solidFill>
              <a:ln w="6350" cap="flat">
                <a:solidFill>
                  <a:srgbClr val="808080"/>
                </a:solidFill>
                <a:prstDash val="solid"/>
                <a:miter lim="800000"/>
                <a:headEnd/>
                <a:tailEnd/>
              </a:ln>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39" name="Check" hidden="1"/>
              <p:cNvSpPr>
                <a:spLocks noChangeAspect="1"/>
              </p:cNvSpPr>
              <p:nvPr/>
            </p:nvSpPr>
            <p:spPr bwMode="auto">
              <a:xfrm>
                <a:off x="879475" y="1335088"/>
                <a:ext cx="96838" cy="80963"/>
              </a:xfrm>
              <a:custGeom>
                <a:avLst/>
                <a:gdLst>
                  <a:gd name="T0" fmla="*/ 49 w 61"/>
                  <a:gd name="T1" fmla="*/ 0 h 51"/>
                  <a:gd name="T2" fmla="*/ 27 w 61"/>
                  <a:gd name="T3" fmla="*/ 31 h 51"/>
                  <a:gd name="T4" fmla="*/ 9 w 61"/>
                  <a:gd name="T5" fmla="*/ 18 h 51"/>
                  <a:gd name="T6" fmla="*/ 0 w 61"/>
                  <a:gd name="T7" fmla="*/ 30 h 51"/>
                  <a:gd name="T8" fmla="*/ 18 w 61"/>
                  <a:gd name="T9" fmla="*/ 43 h 51"/>
                  <a:gd name="T10" fmla="*/ 30 w 61"/>
                  <a:gd name="T11" fmla="*/ 51 h 51"/>
                  <a:gd name="T12" fmla="*/ 39 w 61"/>
                  <a:gd name="T13" fmla="*/ 39 h 51"/>
                  <a:gd name="T14" fmla="*/ 61 w 61"/>
                  <a:gd name="T15" fmla="*/ 9 h 51"/>
                  <a:gd name="T16" fmla="*/ 49 w 61"/>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1">
                    <a:moveTo>
                      <a:pt x="49" y="0"/>
                    </a:moveTo>
                    <a:lnTo>
                      <a:pt x="27" y="31"/>
                    </a:lnTo>
                    <a:lnTo>
                      <a:pt x="9" y="18"/>
                    </a:lnTo>
                    <a:lnTo>
                      <a:pt x="0" y="30"/>
                    </a:lnTo>
                    <a:lnTo>
                      <a:pt x="18" y="43"/>
                    </a:lnTo>
                    <a:lnTo>
                      <a:pt x="30" y="51"/>
                    </a:lnTo>
                    <a:lnTo>
                      <a:pt x="39" y="39"/>
                    </a:lnTo>
                    <a:lnTo>
                      <a:pt x="61" y="9"/>
                    </a:lnTo>
                    <a:lnTo>
                      <a:pt x="49" y="0"/>
                    </a:lnTo>
                    <a:close/>
                  </a:path>
                </a:pathLst>
              </a:custGeom>
              <a:solidFill>
                <a:srgbClr val="808080"/>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grpSp>
        <p:sp>
          <p:nvSpPr>
            <p:cNvPr id="37" name="Text"/>
            <p:cNvSpPr txBox="1"/>
            <p:nvPr/>
          </p:nvSpPr>
          <p:spPr>
            <a:xfrm>
              <a:off x="1057304" y="1279822"/>
              <a:ext cx="65" cy="181973"/>
            </a:xfrm>
            <a:prstGeom prst="rect">
              <a:avLst/>
            </a:prstGeom>
            <a:noFill/>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endParaRPr lang="en-US" sz="1050" noProof="1" smtClean="0">
                <a:solidFill>
                  <a:srgbClr val="5F5F5F"/>
                </a:solidFill>
                <a:latin typeface="Segoe UI" panose="020B0502040204020203" pitchFamily="34" charset="0"/>
                <a:cs typeface="Segoe UI" panose="020B0502040204020203" pitchFamily="34" charset="0"/>
              </a:endParaRPr>
            </a:p>
          </p:txBody>
        </p:sp>
      </p:grpSp>
      <p:grpSp>
        <p:nvGrpSpPr>
          <p:cNvPr id="40" name="Checkbox"/>
          <p:cNvGrpSpPr/>
          <p:nvPr/>
        </p:nvGrpSpPr>
        <p:grpSpPr>
          <a:xfrm>
            <a:off x="3383073" y="2905073"/>
            <a:ext cx="193769" cy="181973"/>
            <a:chOff x="863600" y="1279822"/>
            <a:chExt cx="193769" cy="181973"/>
          </a:xfrm>
        </p:grpSpPr>
        <p:grpSp>
          <p:nvGrpSpPr>
            <p:cNvPr id="41" name="Checkbox"/>
            <p:cNvGrpSpPr/>
            <p:nvPr/>
          </p:nvGrpSpPr>
          <p:grpSpPr>
            <a:xfrm>
              <a:off x="863600" y="1306515"/>
              <a:ext cx="128588" cy="128588"/>
              <a:chOff x="863600" y="1311275"/>
              <a:chExt cx="128588" cy="128588"/>
            </a:xfrm>
          </p:grpSpPr>
          <p:sp>
            <p:nvSpPr>
              <p:cNvPr id="43" name="Box"/>
              <p:cNvSpPr>
                <a:spLocks noChangeAspect="1" noChangeArrowheads="1"/>
              </p:cNvSpPr>
              <p:nvPr/>
            </p:nvSpPr>
            <p:spPr bwMode="auto">
              <a:xfrm>
                <a:off x="863600" y="1311275"/>
                <a:ext cx="128588" cy="128588"/>
              </a:xfrm>
              <a:prstGeom prst="rect">
                <a:avLst/>
              </a:prstGeom>
              <a:solidFill>
                <a:srgbClr val="FFFFFF"/>
              </a:solidFill>
              <a:ln w="6350" cap="flat">
                <a:solidFill>
                  <a:srgbClr val="808080"/>
                </a:solidFill>
                <a:prstDash val="solid"/>
                <a:miter lim="800000"/>
                <a:headEnd/>
                <a:tailEnd/>
              </a:ln>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44" name="Check" hidden="1"/>
              <p:cNvSpPr>
                <a:spLocks noChangeAspect="1"/>
              </p:cNvSpPr>
              <p:nvPr/>
            </p:nvSpPr>
            <p:spPr bwMode="auto">
              <a:xfrm>
                <a:off x="879475" y="1335088"/>
                <a:ext cx="96838" cy="80963"/>
              </a:xfrm>
              <a:custGeom>
                <a:avLst/>
                <a:gdLst>
                  <a:gd name="T0" fmla="*/ 49 w 61"/>
                  <a:gd name="T1" fmla="*/ 0 h 51"/>
                  <a:gd name="T2" fmla="*/ 27 w 61"/>
                  <a:gd name="T3" fmla="*/ 31 h 51"/>
                  <a:gd name="T4" fmla="*/ 9 w 61"/>
                  <a:gd name="T5" fmla="*/ 18 h 51"/>
                  <a:gd name="T6" fmla="*/ 0 w 61"/>
                  <a:gd name="T7" fmla="*/ 30 h 51"/>
                  <a:gd name="T8" fmla="*/ 18 w 61"/>
                  <a:gd name="T9" fmla="*/ 43 h 51"/>
                  <a:gd name="T10" fmla="*/ 30 w 61"/>
                  <a:gd name="T11" fmla="*/ 51 h 51"/>
                  <a:gd name="T12" fmla="*/ 39 w 61"/>
                  <a:gd name="T13" fmla="*/ 39 h 51"/>
                  <a:gd name="T14" fmla="*/ 61 w 61"/>
                  <a:gd name="T15" fmla="*/ 9 h 51"/>
                  <a:gd name="T16" fmla="*/ 49 w 61"/>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1">
                    <a:moveTo>
                      <a:pt x="49" y="0"/>
                    </a:moveTo>
                    <a:lnTo>
                      <a:pt x="27" y="31"/>
                    </a:lnTo>
                    <a:lnTo>
                      <a:pt x="9" y="18"/>
                    </a:lnTo>
                    <a:lnTo>
                      <a:pt x="0" y="30"/>
                    </a:lnTo>
                    <a:lnTo>
                      <a:pt x="18" y="43"/>
                    </a:lnTo>
                    <a:lnTo>
                      <a:pt x="30" y="51"/>
                    </a:lnTo>
                    <a:lnTo>
                      <a:pt x="39" y="39"/>
                    </a:lnTo>
                    <a:lnTo>
                      <a:pt x="61" y="9"/>
                    </a:lnTo>
                    <a:lnTo>
                      <a:pt x="49" y="0"/>
                    </a:lnTo>
                    <a:close/>
                  </a:path>
                </a:pathLst>
              </a:custGeom>
              <a:solidFill>
                <a:srgbClr val="808080"/>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grpSp>
        <p:sp>
          <p:nvSpPr>
            <p:cNvPr id="42" name="Text"/>
            <p:cNvSpPr txBox="1"/>
            <p:nvPr/>
          </p:nvSpPr>
          <p:spPr>
            <a:xfrm>
              <a:off x="1057304" y="1279822"/>
              <a:ext cx="65" cy="181973"/>
            </a:xfrm>
            <a:prstGeom prst="rect">
              <a:avLst/>
            </a:prstGeom>
            <a:noFill/>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endParaRPr lang="en-US" sz="1050" noProof="1" smtClean="0">
                <a:solidFill>
                  <a:srgbClr val="5F5F5F"/>
                </a:solidFill>
                <a:latin typeface="Segoe UI" panose="020B0502040204020203" pitchFamily="34" charset="0"/>
                <a:cs typeface="Segoe UI" panose="020B0502040204020203" pitchFamily="34" charset="0"/>
              </a:endParaRPr>
            </a:p>
          </p:txBody>
        </p:sp>
      </p:grpSp>
      <p:grpSp>
        <p:nvGrpSpPr>
          <p:cNvPr id="48" name="Checkbox"/>
          <p:cNvGrpSpPr/>
          <p:nvPr/>
        </p:nvGrpSpPr>
        <p:grpSpPr>
          <a:xfrm>
            <a:off x="3383073" y="3136504"/>
            <a:ext cx="193769" cy="181973"/>
            <a:chOff x="863600" y="1279822"/>
            <a:chExt cx="193769" cy="181973"/>
          </a:xfrm>
        </p:grpSpPr>
        <p:grpSp>
          <p:nvGrpSpPr>
            <p:cNvPr id="49" name="Checkbox"/>
            <p:cNvGrpSpPr/>
            <p:nvPr/>
          </p:nvGrpSpPr>
          <p:grpSpPr>
            <a:xfrm>
              <a:off x="863600" y="1306515"/>
              <a:ext cx="128588" cy="128588"/>
              <a:chOff x="863600" y="1311275"/>
              <a:chExt cx="128588" cy="128588"/>
            </a:xfrm>
          </p:grpSpPr>
          <p:sp>
            <p:nvSpPr>
              <p:cNvPr id="51" name="Box"/>
              <p:cNvSpPr>
                <a:spLocks noChangeAspect="1" noChangeArrowheads="1"/>
              </p:cNvSpPr>
              <p:nvPr/>
            </p:nvSpPr>
            <p:spPr bwMode="auto">
              <a:xfrm>
                <a:off x="863600" y="1311275"/>
                <a:ext cx="128588" cy="128588"/>
              </a:xfrm>
              <a:prstGeom prst="rect">
                <a:avLst/>
              </a:prstGeom>
              <a:solidFill>
                <a:srgbClr val="FFFFFF"/>
              </a:solidFill>
              <a:ln w="6350" cap="flat">
                <a:solidFill>
                  <a:srgbClr val="808080"/>
                </a:solidFill>
                <a:prstDash val="solid"/>
                <a:miter lim="800000"/>
                <a:headEnd/>
                <a:tailEnd/>
              </a:ln>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52" name="Check" hidden="1"/>
              <p:cNvSpPr>
                <a:spLocks noChangeAspect="1"/>
              </p:cNvSpPr>
              <p:nvPr/>
            </p:nvSpPr>
            <p:spPr bwMode="auto">
              <a:xfrm>
                <a:off x="879475" y="1335088"/>
                <a:ext cx="96838" cy="80963"/>
              </a:xfrm>
              <a:custGeom>
                <a:avLst/>
                <a:gdLst>
                  <a:gd name="T0" fmla="*/ 49 w 61"/>
                  <a:gd name="T1" fmla="*/ 0 h 51"/>
                  <a:gd name="T2" fmla="*/ 27 w 61"/>
                  <a:gd name="T3" fmla="*/ 31 h 51"/>
                  <a:gd name="T4" fmla="*/ 9 w 61"/>
                  <a:gd name="T5" fmla="*/ 18 h 51"/>
                  <a:gd name="T6" fmla="*/ 0 w 61"/>
                  <a:gd name="T7" fmla="*/ 30 h 51"/>
                  <a:gd name="T8" fmla="*/ 18 w 61"/>
                  <a:gd name="T9" fmla="*/ 43 h 51"/>
                  <a:gd name="T10" fmla="*/ 30 w 61"/>
                  <a:gd name="T11" fmla="*/ 51 h 51"/>
                  <a:gd name="T12" fmla="*/ 39 w 61"/>
                  <a:gd name="T13" fmla="*/ 39 h 51"/>
                  <a:gd name="T14" fmla="*/ 61 w 61"/>
                  <a:gd name="T15" fmla="*/ 9 h 51"/>
                  <a:gd name="T16" fmla="*/ 49 w 61"/>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1">
                    <a:moveTo>
                      <a:pt x="49" y="0"/>
                    </a:moveTo>
                    <a:lnTo>
                      <a:pt x="27" y="31"/>
                    </a:lnTo>
                    <a:lnTo>
                      <a:pt x="9" y="18"/>
                    </a:lnTo>
                    <a:lnTo>
                      <a:pt x="0" y="30"/>
                    </a:lnTo>
                    <a:lnTo>
                      <a:pt x="18" y="43"/>
                    </a:lnTo>
                    <a:lnTo>
                      <a:pt x="30" y="51"/>
                    </a:lnTo>
                    <a:lnTo>
                      <a:pt x="39" y="39"/>
                    </a:lnTo>
                    <a:lnTo>
                      <a:pt x="61" y="9"/>
                    </a:lnTo>
                    <a:lnTo>
                      <a:pt x="49" y="0"/>
                    </a:lnTo>
                    <a:close/>
                  </a:path>
                </a:pathLst>
              </a:custGeom>
              <a:solidFill>
                <a:srgbClr val="808080"/>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grpSp>
        <p:sp>
          <p:nvSpPr>
            <p:cNvPr id="50" name="Text"/>
            <p:cNvSpPr txBox="1"/>
            <p:nvPr/>
          </p:nvSpPr>
          <p:spPr>
            <a:xfrm>
              <a:off x="1057304" y="1279822"/>
              <a:ext cx="65" cy="181973"/>
            </a:xfrm>
            <a:prstGeom prst="rect">
              <a:avLst/>
            </a:prstGeom>
            <a:noFill/>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endParaRPr lang="en-US" sz="1050" noProof="1" smtClean="0">
                <a:solidFill>
                  <a:srgbClr val="5F5F5F"/>
                </a:solidFill>
                <a:latin typeface="Segoe UI" panose="020B0502040204020203" pitchFamily="34" charset="0"/>
                <a:cs typeface="Segoe UI" panose="020B0502040204020203" pitchFamily="34" charset="0"/>
              </a:endParaRPr>
            </a:p>
          </p:txBody>
        </p:sp>
      </p:grpSp>
      <p:grpSp>
        <p:nvGrpSpPr>
          <p:cNvPr id="66" name="Checkbox"/>
          <p:cNvGrpSpPr/>
          <p:nvPr/>
        </p:nvGrpSpPr>
        <p:grpSpPr>
          <a:xfrm>
            <a:off x="3383073" y="3372154"/>
            <a:ext cx="193769" cy="181973"/>
            <a:chOff x="863600" y="1279822"/>
            <a:chExt cx="193769" cy="181973"/>
          </a:xfrm>
        </p:grpSpPr>
        <p:grpSp>
          <p:nvGrpSpPr>
            <p:cNvPr id="68" name="Checkbox"/>
            <p:cNvGrpSpPr/>
            <p:nvPr/>
          </p:nvGrpSpPr>
          <p:grpSpPr>
            <a:xfrm>
              <a:off x="863600" y="1306515"/>
              <a:ext cx="128588" cy="128588"/>
              <a:chOff x="863600" y="1311275"/>
              <a:chExt cx="128588" cy="128588"/>
            </a:xfrm>
          </p:grpSpPr>
          <p:sp>
            <p:nvSpPr>
              <p:cNvPr id="70" name="Box"/>
              <p:cNvSpPr>
                <a:spLocks noChangeAspect="1" noChangeArrowheads="1"/>
              </p:cNvSpPr>
              <p:nvPr/>
            </p:nvSpPr>
            <p:spPr bwMode="auto">
              <a:xfrm>
                <a:off x="863600" y="1311275"/>
                <a:ext cx="128588" cy="128588"/>
              </a:xfrm>
              <a:prstGeom prst="rect">
                <a:avLst/>
              </a:prstGeom>
              <a:solidFill>
                <a:srgbClr val="FFFFFF"/>
              </a:solidFill>
              <a:ln w="6350" cap="flat">
                <a:solidFill>
                  <a:srgbClr val="808080"/>
                </a:solidFill>
                <a:prstDash val="solid"/>
                <a:miter lim="800000"/>
                <a:headEnd/>
                <a:tailEnd/>
              </a:ln>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sp>
            <p:nvSpPr>
              <p:cNvPr id="71" name="Check" hidden="1"/>
              <p:cNvSpPr>
                <a:spLocks noChangeAspect="1"/>
              </p:cNvSpPr>
              <p:nvPr/>
            </p:nvSpPr>
            <p:spPr bwMode="auto">
              <a:xfrm>
                <a:off x="879475" y="1335088"/>
                <a:ext cx="96838" cy="80963"/>
              </a:xfrm>
              <a:custGeom>
                <a:avLst/>
                <a:gdLst>
                  <a:gd name="T0" fmla="*/ 49 w 61"/>
                  <a:gd name="T1" fmla="*/ 0 h 51"/>
                  <a:gd name="T2" fmla="*/ 27 w 61"/>
                  <a:gd name="T3" fmla="*/ 31 h 51"/>
                  <a:gd name="T4" fmla="*/ 9 w 61"/>
                  <a:gd name="T5" fmla="*/ 18 h 51"/>
                  <a:gd name="T6" fmla="*/ 0 w 61"/>
                  <a:gd name="T7" fmla="*/ 30 h 51"/>
                  <a:gd name="T8" fmla="*/ 18 w 61"/>
                  <a:gd name="T9" fmla="*/ 43 h 51"/>
                  <a:gd name="T10" fmla="*/ 30 w 61"/>
                  <a:gd name="T11" fmla="*/ 51 h 51"/>
                  <a:gd name="T12" fmla="*/ 39 w 61"/>
                  <a:gd name="T13" fmla="*/ 39 h 51"/>
                  <a:gd name="T14" fmla="*/ 61 w 61"/>
                  <a:gd name="T15" fmla="*/ 9 h 51"/>
                  <a:gd name="T16" fmla="*/ 49 w 61"/>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51">
                    <a:moveTo>
                      <a:pt x="49" y="0"/>
                    </a:moveTo>
                    <a:lnTo>
                      <a:pt x="27" y="31"/>
                    </a:lnTo>
                    <a:lnTo>
                      <a:pt x="9" y="18"/>
                    </a:lnTo>
                    <a:lnTo>
                      <a:pt x="0" y="30"/>
                    </a:lnTo>
                    <a:lnTo>
                      <a:pt x="18" y="43"/>
                    </a:lnTo>
                    <a:lnTo>
                      <a:pt x="30" y="51"/>
                    </a:lnTo>
                    <a:lnTo>
                      <a:pt x="39" y="39"/>
                    </a:lnTo>
                    <a:lnTo>
                      <a:pt x="61" y="9"/>
                    </a:lnTo>
                    <a:lnTo>
                      <a:pt x="49" y="0"/>
                    </a:lnTo>
                    <a:close/>
                  </a:path>
                </a:pathLst>
              </a:custGeom>
              <a:solidFill>
                <a:srgbClr val="808080"/>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rgbClr val="5F5F5F"/>
                  </a:solidFill>
                  <a:latin typeface="Segoe UI" panose="020B0502040204020203" pitchFamily="34" charset="0"/>
                  <a:cs typeface="Segoe UI" panose="020B0502040204020203" pitchFamily="34" charset="0"/>
                </a:endParaRPr>
              </a:p>
            </p:txBody>
          </p:sp>
        </p:grpSp>
        <p:sp>
          <p:nvSpPr>
            <p:cNvPr id="69" name="Text"/>
            <p:cNvSpPr txBox="1"/>
            <p:nvPr/>
          </p:nvSpPr>
          <p:spPr>
            <a:xfrm>
              <a:off x="1057304" y="1279822"/>
              <a:ext cx="65" cy="181973"/>
            </a:xfrm>
            <a:prstGeom prst="rect">
              <a:avLst/>
            </a:prstGeom>
            <a:noFill/>
          </p:spPr>
          <p:txBody>
            <a:bodyPr wrap="non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5000"/>
                </a:lnSpc>
                <a:spcAft>
                  <a:spcPts val="500"/>
                </a:spcAft>
              </a:pPr>
              <a:endParaRPr lang="en-US" sz="1050" noProof="1" smtClean="0">
                <a:solidFill>
                  <a:srgbClr val="5F5F5F"/>
                </a:solidFill>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423660367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SMARTSETTINGSHASH" val="PWOa7bLCMN/NfWse0OkDrDXWtXjrMvC+/KEnGxnzoq0="/>
</p:tagLst>
</file>

<file path=ppt/tags/tag2.xml><?xml version="1.0" encoding="utf-8"?>
<p:tagLst xmlns:a="http://schemas.openxmlformats.org/drawingml/2006/main" xmlns:r="http://schemas.openxmlformats.org/officeDocument/2006/relationships" xmlns:p="http://schemas.openxmlformats.org/presentationml/2006/main">
  <p:tag name="SMARTSETTINGSHASH" val="xZU/W0IqlvXPkJ37/hSWg5jSIFh0KZmI7sT1syyiYH8="/>
</p:tagLst>
</file>

<file path=ppt/tags/tag3.xml><?xml version="1.0" encoding="utf-8"?>
<p:tagLst xmlns:a="http://schemas.openxmlformats.org/drawingml/2006/main" xmlns:r="http://schemas.openxmlformats.org/officeDocument/2006/relationships" xmlns:p="http://schemas.openxmlformats.org/presentationml/2006/main">
  <p:tag name="SMARTSETTINGSHASH" val="SB3bqgv5ghGJknk/m+/9EdPMDkanH9eNosaoBtCx42Q="/>
</p:tagLst>
</file>

<file path=ppt/tags/tag4.xml><?xml version="1.0" encoding="utf-8"?>
<p:tagLst xmlns:a="http://schemas.openxmlformats.org/drawingml/2006/main" xmlns:r="http://schemas.openxmlformats.org/officeDocument/2006/relationships" xmlns:p="http://schemas.openxmlformats.org/presentationml/2006/main">
  <p:tag name="SMARTSETTINGSHASH" val="xscEFkRiZvbxLfN1YzQGPp4nKBgtuPrjp3QiTCcMWwM="/>
</p:tagLst>
</file>

<file path=ppt/tags/tag5.xml><?xml version="1.0" encoding="utf-8"?>
<p:tagLst xmlns:a="http://schemas.openxmlformats.org/drawingml/2006/main" xmlns:r="http://schemas.openxmlformats.org/officeDocument/2006/relationships" xmlns:p="http://schemas.openxmlformats.org/presentationml/2006/main">
  <p:tag name="SMARTSETTINGSHASH" val="xscEFkRiZvbxLfN1YzQGPp4nKBgtuPrjp3QiTCcMWwM="/>
</p:tagLst>
</file>

<file path=ppt/tags/tag6.xml><?xml version="1.0" encoding="utf-8"?>
<p:tagLst xmlns:a="http://schemas.openxmlformats.org/drawingml/2006/main" xmlns:r="http://schemas.openxmlformats.org/officeDocument/2006/relationships" xmlns:p="http://schemas.openxmlformats.org/presentationml/2006/main">
  <p:tag name="SMARTSETTINGSHASH" val="SB3bqgv5ghGJknk/m+/9EdPMDkanH9eNosaoBtCx42Q="/>
</p:tagLst>
</file>

<file path=ppt/tags/tag7.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8.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9.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10.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11.xml><?xml version="1.0" encoding="utf-8"?>
<p:tagLst xmlns:a="http://schemas.openxmlformats.org/drawingml/2006/main" xmlns:r="http://schemas.openxmlformats.org/officeDocument/2006/relationships" xmlns:p="http://schemas.openxmlformats.org/presentationml/2006/main">
  <p:tag name="SMARTSETTINGSHASH" val="PWOa7bLCMN/NfWse0OkDrDXWtXjrMvC+/KEnGxnzoq0="/>
</p:tagLst>
</file>

<file path=ppt/tags/tag12.xml><?xml version="1.0" encoding="utf-8"?>
<p:tagLst xmlns:a="http://schemas.openxmlformats.org/drawingml/2006/main" xmlns:r="http://schemas.openxmlformats.org/officeDocument/2006/relationships" xmlns:p="http://schemas.openxmlformats.org/presentationml/2006/main">
  <p:tag name="SMARTSETTINGSHASH" val="xZU/W0IqlvXPkJ37/hSWg5jSIFh0KZmI7sT1syyiYH8="/>
</p:tagLst>
</file>

<file path=ppt/tags/tag13.xml><?xml version="1.0" encoding="utf-8"?>
<p:tagLst xmlns:a="http://schemas.openxmlformats.org/drawingml/2006/main" xmlns:r="http://schemas.openxmlformats.org/officeDocument/2006/relationships" xmlns:p="http://schemas.openxmlformats.org/presentationml/2006/main">
  <p:tag name="SMARTSETTINGSHASH" val="SB3bqgv5ghGJknk/m+/9EdPMDkanH9eNosaoBtCx42Q="/>
</p:tagLst>
</file>

<file path=ppt/tags/tag14.xml><?xml version="1.0" encoding="utf-8"?>
<p:tagLst xmlns:a="http://schemas.openxmlformats.org/drawingml/2006/main" xmlns:r="http://schemas.openxmlformats.org/officeDocument/2006/relationships" xmlns:p="http://schemas.openxmlformats.org/presentationml/2006/main">
  <p:tag name="SMARTSETTINGSHASH" val="xscEFkRiZvbxLfN1YzQGPp4nKBgtuPrjp3QiTCcMWwM="/>
</p:tagLst>
</file>

<file path=ppt/tags/tag15.xml><?xml version="1.0" encoding="utf-8"?>
<p:tagLst xmlns:a="http://schemas.openxmlformats.org/drawingml/2006/main" xmlns:r="http://schemas.openxmlformats.org/officeDocument/2006/relationships" xmlns:p="http://schemas.openxmlformats.org/presentationml/2006/main">
  <p:tag name="SMARTSETTINGSHASH" val="xscEFkRiZvbxLfN1YzQGPp4nKBgtuPrjp3QiTCcMWwM="/>
</p:tagLst>
</file>

<file path=ppt/tags/tag16.xml><?xml version="1.0" encoding="utf-8"?>
<p:tagLst xmlns:a="http://schemas.openxmlformats.org/drawingml/2006/main" xmlns:r="http://schemas.openxmlformats.org/officeDocument/2006/relationships" xmlns:p="http://schemas.openxmlformats.org/presentationml/2006/main">
  <p:tag name="SMARTSETTINGSHASH" val="SB3bqgv5ghGJknk/m+/9EdPMDkanH9eNosaoBtCx42Q="/>
</p:tagLst>
</file>

<file path=ppt/tags/tag17.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18.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19.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20.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21.xml><?xml version="1.0" encoding="utf-8"?>
<p:tagLst xmlns:a="http://schemas.openxmlformats.org/drawingml/2006/main" xmlns:r="http://schemas.openxmlformats.org/officeDocument/2006/relationships" xmlns:p="http://schemas.openxmlformats.org/presentationml/2006/main">
  <p:tag name="SMARTSETTINGSHASH" val="PWOa7bLCMN/NfWse0OkDrDXWtXjrMvC+/KEnGxnzoq0="/>
</p:tagLst>
</file>

<file path=ppt/tags/tag22.xml><?xml version="1.0" encoding="utf-8"?>
<p:tagLst xmlns:a="http://schemas.openxmlformats.org/drawingml/2006/main" xmlns:r="http://schemas.openxmlformats.org/officeDocument/2006/relationships" xmlns:p="http://schemas.openxmlformats.org/presentationml/2006/main">
  <p:tag name="SMARTSETTINGSHASH" val="xZU/W0IqlvXPkJ37/hSWg5jSIFh0KZmI7sT1syyiYH8="/>
</p:tagLst>
</file>

<file path=ppt/tags/tag23.xml><?xml version="1.0" encoding="utf-8"?>
<p:tagLst xmlns:a="http://schemas.openxmlformats.org/drawingml/2006/main" xmlns:r="http://schemas.openxmlformats.org/officeDocument/2006/relationships" xmlns:p="http://schemas.openxmlformats.org/presentationml/2006/main">
  <p:tag name="SMARTSETTINGSHASH" val="SB3bqgv5ghGJknk/m+/9EdPMDkanH9eNosaoBtCx42Q="/>
</p:tagLst>
</file>

<file path=ppt/tags/tag24.xml><?xml version="1.0" encoding="utf-8"?>
<p:tagLst xmlns:a="http://schemas.openxmlformats.org/drawingml/2006/main" xmlns:r="http://schemas.openxmlformats.org/officeDocument/2006/relationships" xmlns:p="http://schemas.openxmlformats.org/presentationml/2006/main">
  <p:tag name="SMARTSETTINGSHASH" val="xscEFkRiZvbxLfN1YzQGPp4nKBgtuPrjp3QiTCcMWwM="/>
</p:tagLst>
</file>

<file path=ppt/tags/tag25.xml><?xml version="1.0" encoding="utf-8"?>
<p:tagLst xmlns:a="http://schemas.openxmlformats.org/drawingml/2006/main" xmlns:r="http://schemas.openxmlformats.org/officeDocument/2006/relationships" xmlns:p="http://schemas.openxmlformats.org/presentationml/2006/main">
  <p:tag name="SMARTSETTINGSHASH" val="xscEFkRiZvbxLfN1YzQGPp4nKBgtuPrjp3QiTCcMWwM="/>
</p:tagLst>
</file>

<file path=ppt/tags/tag26.xml><?xml version="1.0" encoding="utf-8"?>
<p:tagLst xmlns:a="http://schemas.openxmlformats.org/drawingml/2006/main" xmlns:r="http://schemas.openxmlformats.org/officeDocument/2006/relationships" xmlns:p="http://schemas.openxmlformats.org/presentationml/2006/main">
  <p:tag name="SMARTSETTINGSHASH" val="SB3bqgv5ghGJknk/m+/9EdPMDkanH9eNosaoBtCx42Q="/>
</p:tagLst>
</file>

<file path=ppt/tags/tag27.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28.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29.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30.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31.xml><?xml version="1.0" encoding="utf-8"?>
<p:tagLst xmlns:a="http://schemas.openxmlformats.org/drawingml/2006/main" xmlns:r="http://schemas.openxmlformats.org/officeDocument/2006/relationships" xmlns:p="http://schemas.openxmlformats.org/presentationml/2006/main">
  <p:tag name="SMARTSETTINGSHASH" val="PWOa7bLCMN/NfWse0OkDrDXWtXjrMvC+/KEnGxnzoq0="/>
</p:tagLst>
</file>

<file path=ppt/tags/tag32.xml><?xml version="1.0" encoding="utf-8"?>
<p:tagLst xmlns:a="http://schemas.openxmlformats.org/drawingml/2006/main" xmlns:r="http://schemas.openxmlformats.org/officeDocument/2006/relationships" xmlns:p="http://schemas.openxmlformats.org/presentationml/2006/main">
  <p:tag name="SMARTSETTINGSHASH" val="xZU/W0IqlvXPkJ37/hSWg5jSIFh0KZmI7sT1syyiYH8="/>
</p:tagLst>
</file>

<file path=ppt/tags/tag33.xml><?xml version="1.0" encoding="utf-8"?>
<p:tagLst xmlns:a="http://schemas.openxmlformats.org/drawingml/2006/main" xmlns:r="http://schemas.openxmlformats.org/officeDocument/2006/relationships" xmlns:p="http://schemas.openxmlformats.org/presentationml/2006/main">
  <p:tag name="SMARTSETTINGSHASH" val="SB3bqgv5ghGJknk/m+/9EdPMDkanH9eNosaoBtCx42Q="/>
</p:tagLst>
</file>

<file path=ppt/tags/tag34.xml><?xml version="1.0" encoding="utf-8"?>
<p:tagLst xmlns:a="http://schemas.openxmlformats.org/drawingml/2006/main" xmlns:r="http://schemas.openxmlformats.org/officeDocument/2006/relationships" xmlns:p="http://schemas.openxmlformats.org/presentationml/2006/main">
  <p:tag name="SMARTSETTINGSHASH" val="xscEFkRiZvbxLfN1YzQGPp4nKBgtuPrjp3QiTCcMWwM="/>
</p:tagLst>
</file>

<file path=ppt/tags/tag35.xml><?xml version="1.0" encoding="utf-8"?>
<p:tagLst xmlns:a="http://schemas.openxmlformats.org/drawingml/2006/main" xmlns:r="http://schemas.openxmlformats.org/officeDocument/2006/relationships" xmlns:p="http://schemas.openxmlformats.org/presentationml/2006/main">
  <p:tag name="SMARTSETTINGSHASH" val="xscEFkRiZvbxLfN1YzQGPp4nKBgtuPrjp3QiTCcMWwM="/>
</p:tagLst>
</file>

<file path=ppt/tags/tag36.xml><?xml version="1.0" encoding="utf-8"?>
<p:tagLst xmlns:a="http://schemas.openxmlformats.org/drawingml/2006/main" xmlns:r="http://schemas.openxmlformats.org/officeDocument/2006/relationships" xmlns:p="http://schemas.openxmlformats.org/presentationml/2006/main">
  <p:tag name="SMARTSETTINGSHASH" val="SB3bqgv5ghGJknk/m+/9EdPMDkanH9eNosaoBtCx42Q="/>
</p:tagLst>
</file>

<file path=ppt/tags/tag37.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38.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39.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40.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41.xml><?xml version="1.0" encoding="utf-8"?>
<p:tagLst xmlns:a="http://schemas.openxmlformats.org/drawingml/2006/main" xmlns:r="http://schemas.openxmlformats.org/officeDocument/2006/relationships" xmlns:p="http://schemas.openxmlformats.org/presentationml/2006/main">
  <p:tag name="SMARTSETTINGSHASH" val="PWOa7bLCMN/NfWse0OkDrDXWtXjrMvC+/KEnGxnzoq0="/>
</p:tagLst>
</file>

<file path=ppt/tags/tag42.xml><?xml version="1.0" encoding="utf-8"?>
<p:tagLst xmlns:a="http://schemas.openxmlformats.org/drawingml/2006/main" xmlns:r="http://schemas.openxmlformats.org/officeDocument/2006/relationships" xmlns:p="http://schemas.openxmlformats.org/presentationml/2006/main">
  <p:tag name="SMARTSETTINGSHASH" val="xZU/W0IqlvXPkJ37/hSWg5jSIFh0KZmI7sT1syyiYH8="/>
</p:tagLst>
</file>

<file path=ppt/tags/tag43.xml><?xml version="1.0" encoding="utf-8"?>
<p:tagLst xmlns:a="http://schemas.openxmlformats.org/drawingml/2006/main" xmlns:r="http://schemas.openxmlformats.org/officeDocument/2006/relationships" xmlns:p="http://schemas.openxmlformats.org/presentationml/2006/main">
  <p:tag name="SMARTSETTINGSHASH" val="SB3bqgv5ghGJknk/m+/9EdPMDkanH9eNosaoBtCx42Q="/>
</p:tagLst>
</file>

<file path=ppt/tags/tag44.xml><?xml version="1.0" encoding="utf-8"?>
<p:tagLst xmlns:a="http://schemas.openxmlformats.org/drawingml/2006/main" xmlns:r="http://schemas.openxmlformats.org/officeDocument/2006/relationships" xmlns:p="http://schemas.openxmlformats.org/presentationml/2006/main">
  <p:tag name="SMARTSETTINGSHASH" val="xscEFkRiZvbxLfN1YzQGPp4nKBgtuPrjp3QiTCcMWwM="/>
</p:tagLst>
</file>

<file path=ppt/tags/tag45.xml><?xml version="1.0" encoding="utf-8"?>
<p:tagLst xmlns:a="http://schemas.openxmlformats.org/drawingml/2006/main" xmlns:r="http://schemas.openxmlformats.org/officeDocument/2006/relationships" xmlns:p="http://schemas.openxmlformats.org/presentationml/2006/main">
  <p:tag name="SMARTSETTINGSHASH" val="xscEFkRiZvbxLfN1YzQGPp4nKBgtuPrjp3QiTCcMWwM="/>
</p:tagLst>
</file>

<file path=ppt/tags/tag46.xml><?xml version="1.0" encoding="utf-8"?>
<p:tagLst xmlns:a="http://schemas.openxmlformats.org/drawingml/2006/main" xmlns:r="http://schemas.openxmlformats.org/officeDocument/2006/relationships" xmlns:p="http://schemas.openxmlformats.org/presentationml/2006/main">
  <p:tag name="SMARTSETTINGSHASH" val="SB3bqgv5ghGJknk/m+/9EdPMDkanH9eNosaoBtCx42Q="/>
</p:tagLst>
</file>

<file path=ppt/tags/tag47.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48.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49.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50.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51.xml><?xml version="1.0" encoding="utf-8"?>
<p:tagLst xmlns:a="http://schemas.openxmlformats.org/drawingml/2006/main" xmlns:r="http://schemas.openxmlformats.org/officeDocument/2006/relationships" xmlns:p="http://schemas.openxmlformats.org/presentationml/2006/main">
  <p:tag name="SMARTSETTINGSHASH" val="PWOa7bLCMN/NfWse0OkDrDXWtXjrMvC+/KEnGxnzoq0="/>
</p:tagLst>
</file>

<file path=ppt/tags/tag52.xml><?xml version="1.0" encoding="utf-8"?>
<p:tagLst xmlns:a="http://schemas.openxmlformats.org/drawingml/2006/main" xmlns:r="http://schemas.openxmlformats.org/officeDocument/2006/relationships" xmlns:p="http://schemas.openxmlformats.org/presentationml/2006/main">
  <p:tag name="SMARTSETTINGSHASH" val="xZU/W0IqlvXPkJ37/hSWg5jSIFh0KZmI7sT1syyiYH8="/>
</p:tagLst>
</file>

<file path=ppt/tags/tag53.xml><?xml version="1.0" encoding="utf-8"?>
<p:tagLst xmlns:a="http://schemas.openxmlformats.org/drawingml/2006/main" xmlns:r="http://schemas.openxmlformats.org/officeDocument/2006/relationships" xmlns:p="http://schemas.openxmlformats.org/presentationml/2006/main">
  <p:tag name="SMARTSETTINGSHASH" val="SB3bqgv5ghGJknk/m+/9EdPMDkanH9eNosaoBtCx42Q="/>
</p:tagLst>
</file>

<file path=ppt/tags/tag54.xml><?xml version="1.0" encoding="utf-8"?>
<p:tagLst xmlns:a="http://schemas.openxmlformats.org/drawingml/2006/main" xmlns:r="http://schemas.openxmlformats.org/officeDocument/2006/relationships" xmlns:p="http://schemas.openxmlformats.org/presentationml/2006/main">
  <p:tag name="SMARTSETTINGSHASH" val="xscEFkRiZvbxLfN1YzQGPp4nKBgtuPrjp3QiTCcMWwM="/>
</p:tagLst>
</file>

<file path=ppt/tags/tag55.xml><?xml version="1.0" encoding="utf-8"?>
<p:tagLst xmlns:a="http://schemas.openxmlformats.org/drawingml/2006/main" xmlns:r="http://schemas.openxmlformats.org/officeDocument/2006/relationships" xmlns:p="http://schemas.openxmlformats.org/presentationml/2006/main">
  <p:tag name="SMARTSETTINGSHASH" val="xscEFkRiZvbxLfN1YzQGPp4nKBgtuPrjp3QiTCcMWwM="/>
</p:tagLst>
</file>

<file path=ppt/tags/tag56.xml><?xml version="1.0" encoding="utf-8"?>
<p:tagLst xmlns:a="http://schemas.openxmlformats.org/drawingml/2006/main" xmlns:r="http://schemas.openxmlformats.org/officeDocument/2006/relationships" xmlns:p="http://schemas.openxmlformats.org/presentationml/2006/main">
  <p:tag name="SMARTSETTINGSHASH" val="SB3bqgv5ghGJknk/m+/9EdPMDkanH9eNosaoBtCx42Q="/>
</p:tagLst>
</file>

<file path=ppt/tags/tag57.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58.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59.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60.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61.xml><?xml version="1.0" encoding="utf-8"?>
<p:tagLst xmlns:a="http://schemas.openxmlformats.org/drawingml/2006/main" xmlns:r="http://schemas.openxmlformats.org/officeDocument/2006/relationships" xmlns:p="http://schemas.openxmlformats.org/presentationml/2006/main">
  <p:tag name="SMARTSETTINGSHASH" val="PWOa7bLCMN/NfWse0OkDrDXWtXjrMvC+/KEnGxnzoq0="/>
</p:tagLst>
</file>

<file path=ppt/tags/tag62.xml><?xml version="1.0" encoding="utf-8"?>
<p:tagLst xmlns:a="http://schemas.openxmlformats.org/drawingml/2006/main" xmlns:r="http://schemas.openxmlformats.org/officeDocument/2006/relationships" xmlns:p="http://schemas.openxmlformats.org/presentationml/2006/main">
  <p:tag name="SMARTSETTINGSHASH" val="xZU/W0IqlvXPkJ37/hSWg5jSIFh0KZmI7sT1syyiYH8="/>
</p:tagLst>
</file>

<file path=ppt/tags/tag63.xml><?xml version="1.0" encoding="utf-8"?>
<p:tagLst xmlns:a="http://schemas.openxmlformats.org/drawingml/2006/main" xmlns:r="http://schemas.openxmlformats.org/officeDocument/2006/relationships" xmlns:p="http://schemas.openxmlformats.org/presentationml/2006/main">
  <p:tag name="SMARTSETTINGSHASH" val="SB3bqgv5ghGJknk/m+/9EdPMDkanH9eNosaoBtCx42Q="/>
</p:tagLst>
</file>

<file path=ppt/tags/tag64.xml><?xml version="1.0" encoding="utf-8"?>
<p:tagLst xmlns:a="http://schemas.openxmlformats.org/drawingml/2006/main" xmlns:r="http://schemas.openxmlformats.org/officeDocument/2006/relationships" xmlns:p="http://schemas.openxmlformats.org/presentationml/2006/main">
  <p:tag name="SMARTSETTINGSHASH" val="xscEFkRiZvbxLfN1YzQGPp4nKBgtuPrjp3QiTCcMWwM="/>
</p:tagLst>
</file>

<file path=ppt/tags/tag65.xml><?xml version="1.0" encoding="utf-8"?>
<p:tagLst xmlns:a="http://schemas.openxmlformats.org/drawingml/2006/main" xmlns:r="http://schemas.openxmlformats.org/officeDocument/2006/relationships" xmlns:p="http://schemas.openxmlformats.org/presentationml/2006/main">
  <p:tag name="SMARTSETTINGSHASH" val="xscEFkRiZvbxLfN1YzQGPp4nKBgtuPrjp3QiTCcMWwM="/>
</p:tagLst>
</file>

<file path=ppt/tags/tag66.xml><?xml version="1.0" encoding="utf-8"?>
<p:tagLst xmlns:a="http://schemas.openxmlformats.org/drawingml/2006/main" xmlns:r="http://schemas.openxmlformats.org/officeDocument/2006/relationships" xmlns:p="http://schemas.openxmlformats.org/presentationml/2006/main">
  <p:tag name="SMARTSETTINGSHASH" val="SB3bqgv5ghGJknk/m+/9EdPMDkanH9eNosaoBtCx42Q="/>
</p:tagLst>
</file>

<file path=ppt/tags/tag67.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68.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69.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ags/tag70.xml><?xml version="1.0" encoding="utf-8"?>
<p:tagLst xmlns:a="http://schemas.openxmlformats.org/drawingml/2006/main" xmlns:r="http://schemas.openxmlformats.org/officeDocument/2006/relationships" xmlns:p="http://schemas.openxmlformats.org/presentationml/2006/main">
  <p:tag name="SMARTSETTINGSHASH" val="IDSg7uxH1Z/iSOkBSMZyie/SGkHlLE2okQSpqFhp1Ac="/>
</p:tagLst>
</file>

<file path=ppt/theme/theme1.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ont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447</Words>
  <Application>Microsoft Office PowerPoint</Application>
  <PresentationFormat>Widescreen</PresentationFormat>
  <Paragraphs>101</Paragraphs>
  <Slides>7</Slides>
  <Notes>0</Notes>
  <HiddenSlides>0</HiddenSlides>
  <MMClips>0</MMClips>
  <ScaleCrop>false</ScaleCrop>
  <HeadingPairs>
    <vt:vector size="6" baseType="variant">
      <vt:variant>
        <vt:lpstr>Benyttede skrifttyper</vt:lpstr>
      </vt:variant>
      <vt:variant>
        <vt:i4>5</vt:i4>
      </vt:variant>
      <vt:variant>
        <vt:lpstr>Tema</vt:lpstr>
      </vt:variant>
      <vt:variant>
        <vt:i4>1</vt:i4>
      </vt:variant>
      <vt:variant>
        <vt:lpstr>Slidetitler</vt:lpstr>
      </vt:variant>
      <vt:variant>
        <vt:i4>7</vt:i4>
      </vt:variant>
    </vt:vector>
  </HeadingPairs>
  <TitlesOfParts>
    <vt:vector size="13" baseType="lpstr">
      <vt:lpstr>Arial</vt:lpstr>
      <vt:lpstr>Calibri</vt:lpstr>
      <vt:lpstr>Calibri Light</vt:lpstr>
      <vt:lpstr>Segoe UI</vt:lpstr>
      <vt:lpstr>Segoe UI Semibold</vt:lpstr>
      <vt:lpstr>Office-tema</vt:lpstr>
      <vt:lpstr>PowerPoint-præsentation</vt:lpstr>
      <vt:lpstr>PowerPoint-præsentation</vt:lpstr>
      <vt:lpstr>PowerPoint-præsentation</vt:lpstr>
      <vt:lpstr>PowerPoint-præsentation</vt:lpstr>
      <vt:lpstr>PowerPoint-præsentation</vt:lpstr>
      <vt:lpstr>PowerPoint-præsentation</vt:lpstr>
      <vt:lpstr>PowerPoint-præsentation</vt:lpstr>
    </vt:vector>
  </TitlesOfParts>
  <Company>TEC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PowerPoint-præsentation</dc:title>
  <dc:creator>Jonas Barigo Østergaard</dc:creator>
  <cp:lastModifiedBy>Jonas Barigo Østergaard</cp:lastModifiedBy>
  <cp:revision>8</cp:revision>
  <dcterms:created xsi:type="dcterms:W3CDTF">2022-03-07T07:25:38Z</dcterms:created>
  <dcterms:modified xsi:type="dcterms:W3CDTF">2022-03-07T08:30:06Z</dcterms:modified>
</cp:coreProperties>
</file>